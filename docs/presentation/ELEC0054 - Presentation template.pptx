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5" r:id="rId4"/>
    <p:sldMasterId id="2147483760" r:id="rId5"/>
  </p:sldMasterIdLst>
  <p:notesMasterIdLst>
    <p:notesMasterId r:id="rId15"/>
  </p:notesMasterIdLst>
  <p:handoutMasterIdLst>
    <p:handoutMasterId r:id="rId16"/>
  </p:handoutMasterIdLst>
  <p:sldIdLst>
    <p:sldId id="273" r:id="rId6"/>
    <p:sldId id="266" r:id="rId7"/>
    <p:sldId id="320" r:id="rId8"/>
    <p:sldId id="321" r:id="rId9"/>
    <p:sldId id="323" r:id="rId10"/>
    <p:sldId id="324" r:id="rId11"/>
    <p:sldId id="325" r:id="rId12"/>
    <p:sldId id="322" r:id="rId13"/>
    <p:sldId id="318" r:id="rId14"/>
  </p:sldIdLst>
  <p:sldSz cx="12192000" cy="6858000"/>
  <p:notesSz cx="6858000" cy="9144000"/>
  <p:embeddedFontLst>
    <p:embeddedFont>
      <p:font typeface="UCL Sans" pitchFamily="2" charset="0"/>
      <p:regular r:id="rId17"/>
      <p:bold r:id="rId18"/>
      <p:italic r:id="rId19"/>
    </p:embeddedFont>
    <p:embeddedFont>
      <p:font typeface="UCL Sans SemiBold" pitchFamily="2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CL Slides" id="{64BE57D8-B9E0-4D48-BBC7-659295F1B008}">
          <p14:sldIdLst>
            <p14:sldId id="273"/>
            <p14:sldId id="266"/>
            <p14:sldId id="320"/>
            <p14:sldId id="321"/>
            <p14:sldId id="323"/>
            <p14:sldId id="324"/>
            <p14:sldId id="325"/>
            <p14:sldId id="322"/>
            <p14:sldId id="31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E5C"/>
    <a:srgbClr val="5487FF"/>
    <a:srgbClr val="F56300"/>
    <a:srgbClr val="00A19D"/>
    <a:srgbClr val="ED357D"/>
    <a:srgbClr val="FAFAFA"/>
    <a:srgbClr val="3A1857"/>
    <a:srgbClr val="781C1C"/>
    <a:srgbClr val="57B444"/>
    <a:srgbClr val="9E1A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195BFA-847E-D024-D189-2BF75740780F}" v="174" dt="2026-05-19T09:13:23.5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38"/>
    <p:restoredTop sz="86054"/>
  </p:normalViewPr>
  <p:slideViewPr>
    <p:cSldViewPr>
      <p:cViewPr varScale="1">
        <p:scale>
          <a:sx n="105" d="100"/>
          <a:sy n="105" d="100"/>
        </p:scale>
        <p:origin x="89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46" d="100"/>
          <a:sy n="146" d="100"/>
        </p:scale>
        <p:origin x="414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E67AAA-7040-8B0B-8122-DDA10601D6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447D23-0C3D-D7C0-6667-B2C6AA1EE4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D93C3-F286-9C4B-98EC-FBB7F0C69BB5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20A97E-0F68-A874-C9FD-80673D508B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BACC15-A2E2-9CD3-5B2C-9BBABA6B42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A0B70-CCF2-4444-BE01-B320D9CE5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6721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8A70A-88C5-8F48-B495-07492CFAC4E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BC158-BB56-D04E-8DE4-3CEB78651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9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 title slide layout features a full background image with a main heading positioned in the top left corner on a dark purple panel. The presenters’ names and the date sit beneath the title. The UCL logo is placed in the bottom right corner of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235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 slide with a headline at the top left, followed by text box beneath it.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477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4A5B4-C33E-5FA8-A473-3BE1F064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A9EDF-69B1-AB9B-F1E6-B0DD6B9BD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796D19-779E-DC64-B7D1-D7CF45DF8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 slide with a headline at the top left, followed by text box beneath it.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FD253-729F-A647-F61C-372833713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76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933C9-C7E6-9D3D-3A96-5B635442E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BB81F-B7E6-0C5F-9A00-F20D51870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211983-3B25-6069-BB6C-262970880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 slide with a headline at the top left, followed by text box beneath it.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B3B9A-6E2B-1AEA-976E-B78A167EC3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876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9EED2-47D8-40D8-39C0-0FAAE21BF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E0C02-0207-FA04-4E09-5481F329D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D8F10E-9251-2619-B3D4-8FAD988E5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 slide with a headline at the top left, followed by text box beneath it.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22A50-0262-A07C-63B0-DB11F6802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974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8F2E5-E51B-32FA-1F4D-639B4738D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DFDC7C-BC78-863B-F574-C1FA7D0BFA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3E3486-B690-847F-51E0-1DEBF9301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 slide with a headline at the top left, followed by text box beneath it.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B623C-4B2E-7520-C2C7-49023504E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85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14752-8FCE-DB00-4717-1021204DF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6A70B5-EE47-6AF8-A232-789D11A67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3A3DA0-3D6F-7BCC-A743-05C30637D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 slide with a headline at the top left, followed by text box beneath it.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94A68-BD0C-8D8C-9DD4-D26805D84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09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B0EAA-D84C-618B-8E57-32EBEB6CA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597F8-5587-195A-5B86-E562E2C140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7B8CCA-B1CE-E8F5-F47A-1DC2BD5A1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 slide with a headline at the top left, followed by text box beneath it.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0AB92-55C1-4FDD-06CB-9CD823366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776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 slide full image with full colour logo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C158-BB56-D04E-8DE4-3CEB786515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32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Title  - 2/3 line heading an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03463" y="409575"/>
            <a:ext cx="7084422" cy="197467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2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Main Headline style slide UCL Sans </a:t>
            </a:r>
            <a:r>
              <a:rPr lang="en-GB" dirty="0" err="1"/>
              <a:t>SemiBold</a:t>
            </a:r>
            <a:r>
              <a:rPr lang="en-GB" dirty="0"/>
              <a:t> 42pt </a:t>
            </a:r>
            <a:br>
              <a:rPr lang="en-GB" dirty="0"/>
            </a:br>
            <a:r>
              <a:rPr lang="en-GB" dirty="0"/>
              <a:t>2-3 lines max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5E8DED6-3359-C8D7-EDF1-14AE135495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303463" y="4473756"/>
            <a:ext cx="6485967" cy="3613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Names of Presenters, UCL Sans Regular 24pt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3D562-9BC1-5B2A-B39F-74DAD6DF1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35413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1B036D7-E2F6-A505-BD78-D58A7EE2AF6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303463" y="4981780"/>
            <a:ext cx="6485967" cy="3613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Date, UCL Sans Regular 18pt </a:t>
            </a:r>
          </a:p>
        </p:txBody>
      </p:sp>
      <p:pic>
        <p:nvPicPr>
          <p:cNvPr id="9" name="Picture 8" descr="UCL logo, University College London">
            <a:extLst>
              <a:ext uri="{FF2B5EF4-FFF2-40B4-BE49-F238E27FC236}">
                <a16:creationId xmlns:a16="http://schemas.microsoft.com/office/drawing/2014/main" id="{D13C0C81-E6EF-C626-E359-2DC4637817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1455" y="5661248"/>
            <a:ext cx="2844805" cy="79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091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Title full name logo - 2/3 line heading an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03463" y="409575"/>
            <a:ext cx="7084422" cy="197467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2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Main Headline style slide UCL Sans </a:t>
            </a:r>
            <a:r>
              <a:rPr lang="en-GB" dirty="0" err="1"/>
              <a:t>SemiBold</a:t>
            </a:r>
            <a:r>
              <a:rPr lang="en-GB" dirty="0"/>
              <a:t> 42pt </a:t>
            </a:r>
            <a:br>
              <a:rPr lang="en-GB" dirty="0"/>
            </a:br>
            <a:r>
              <a:rPr lang="en-GB" dirty="0"/>
              <a:t>2-3 lines max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64ED5BF-C3CF-4D38-BE90-EA0A915CFA6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303463" y="4473756"/>
            <a:ext cx="6485967" cy="3613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Names of Presenters, UCL Sans Regular 24pt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3D562-9BC1-5B2A-B39F-74DAD6DF1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35413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36BEE82-A57F-C035-F03D-A9DCB796DC7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303463" y="4981780"/>
            <a:ext cx="6485967" cy="3613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Date, UCL Sans Regular 18pt</a:t>
            </a:r>
          </a:p>
        </p:txBody>
      </p:sp>
      <p:pic>
        <p:nvPicPr>
          <p:cNvPr id="9" name="Picture 8" descr="UCL logo, University College London">
            <a:extLst>
              <a:ext uri="{FF2B5EF4-FFF2-40B4-BE49-F238E27FC236}">
                <a16:creationId xmlns:a16="http://schemas.microsoft.com/office/drawing/2014/main" id="{806284FE-9AAB-111F-B7E9-0694AF943D7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1455" y="5661248"/>
            <a:ext cx="2844805" cy="79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78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Title  - Faculty, School Department 2/3 line heading an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03463" y="409575"/>
            <a:ext cx="7084422" cy="197467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2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Main Headline style slide UCL Sans </a:t>
            </a:r>
            <a:r>
              <a:rPr lang="en-GB" dirty="0" err="1"/>
              <a:t>SemiBold</a:t>
            </a:r>
            <a:r>
              <a:rPr lang="en-GB" dirty="0"/>
              <a:t> 42pt </a:t>
            </a:r>
            <a:br>
              <a:rPr lang="en-GB" dirty="0"/>
            </a:br>
            <a:r>
              <a:rPr lang="en-GB" dirty="0"/>
              <a:t>2-3 lines max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5E8DED6-3359-C8D7-EDF1-14AE135495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303463" y="3627624"/>
            <a:ext cx="6485967" cy="3613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Names of Presenters, UCL Sans Regular 24pt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1B036D7-E2F6-A505-BD78-D58A7EE2AF6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303463" y="4135648"/>
            <a:ext cx="6485967" cy="3613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Date, UCL Sans Regular 18pt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B210098-618B-3211-A070-0B31B3AB0AF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2273719" y="5854933"/>
            <a:ext cx="6240809" cy="5827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Type in your faculty/department/unit name here </a:t>
            </a:r>
          </a:p>
          <a:p>
            <a:pPr lvl="0"/>
            <a:r>
              <a:rPr lang="en-GB" dirty="0"/>
              <a:t>UCL Sans Regular 18pt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3D562-9BC1-5B2A-B39F-74DAD6DF1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35413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CL logo, University College London">
            <a:extLst>
              <a:ext uri="{FF2B5EF4-FFF2-40B4-BE49-F238E27FC236}">
                <a16:creationId xmlns:a16="http://schemas.microsoft.com/office/drawing/2014/main" id="{015A3936-D42C-5AA9-C95F-13B329034A6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1455" y="5661248"/>
            <a:ext cx="2844805" cy="79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889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mple_Title -2-3 line heading and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8531EDC-6E9D-171F-68E1-2D8DBFCDB40E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354138" y="2852936"/>
            <a:ext cx="10837862" cy="4005064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03463" y="409575"/>
            <a:ext cx="7084422" cy="197467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2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Main Headline style slide UCL Sans </a:t>
            </a:r>
            <a:r>
              <a:rPr lang="en-GB" dirty="0" err="1"/>
              <a:t>SemiBold</a:t>
            </a:r>
            <a:r>
              <a:rPr lang="en-GB" dirty="0"/>
              <a:t> 42pt </a:t>
            </a:r>
            <a:br>
              <a:rPr lang="en-GB" dirty="0"/>
            </a:br>
            <a:r>
              <a:rPr lang="en-GB" dirty="0"/>
              <a:t>2-3 lines max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3D562-9BC1-5B2A-B39F-74DAD6DF1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35413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UCL logo, University College London">
            <a:extLst>
              <a:ext uri="{FF2B5EF4-FFF2-40B4-BE49-F238E27FC236}">
                <a16:creationId xmlns:a16="http://schemas.microsoft.com/office/drawing/2014/main" id="{D18708AF-A3A2-2F68-E544-B6827803E2D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37625" y="5653541"/>
            <a:ext cx="2843213" cy="79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291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Divider1 – 1 column title, subheading,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575" y="409575"/>
            <a:ext cx="3757703" cy="183029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Divider section Title 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5E8DED6-3359-C8D7-EDF1-14AE135495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9575" y="2422525"/>
            <a:ext cx="3757703" cy="10064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Subheading, UCL Sans Regular 24pt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595666D-8684-C6D9-B7E0-40470F82CBD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09575" y="4510352"/>
            <a:ext cx="3757703" cy="9347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Body text, UCL Sans Regular 18pt</a:t>
            </a:r>
          </a:p>
        </p:txBody>
      </p:sp>
      <p:sp>
        <p:nvSpPr>
          <p:cNvPr id="6" name="Picture Placeholder 2" descr="Add a clear, concise statement describing the main purpose of the image">
            <a:extLst>
              <a:ext uri="{FF2B5EF4-FFF2-40B4-BE49-F238E27FC236}">
                <a16:creationId xmlns:a16="http://schemas.microsoft.com/office/drawing/2014/main" id="{82876633-1ADE-997E-991B-B6FA6635A20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idx="10"/>
          </p:nvPr>
        </p:nvSpPr>
        <p:spPr>
          <a:xfrm>
            <a:off x="5145088" y="20073"/>
            <a:ext cx="4738687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458C44-E5EC-6C0F-07EE-14F8EFD85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35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mple_Divider2 – 1 column title, subheading,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35960" y="409575"/>
            <a:ext cx="3757703" cy="183029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Divider section Title 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5E8DED6-3359-C8D7-EDF1-14AE135495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35960" y="2422525"/>
            <a:ext cx="3757703" cy="10064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Subheading, UCL Sans Regular 24pt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595666D-8684-C6D9-B7E0-40470F82CBD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735960" y="4510352"/>
            <a:ext cx="3757703" cy="9347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Body text, UCL Sans Regular 18pt</a:t>
            </a:r>
          </a:p>
        </p:txBody>
      </p:sp>
      <p:sp>
        <p:nvSpPr>
          <p:cNvPr id="6" name="Picture Placeholder 2" descr="Add a clear, concise statement describing the main purpose of the image">
            <a:extLst>
              <a:ext uri="{FF2B5EF4-FFF2-40B4-BE49-F238E27FC236}">
                <a16:creationId xmlns:a16="http://schemas.microsoft.com/office/drawing/2014/main" id="{82876633-1ADE-997E-991B-B6FA6635A20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idx="10"/>
          </p:nvPr>
        </p:nvSpPr>
        <p:spPr>
          <a:xfrm>
            <a:off x="0" y="20073"/>
            <a:ext cx="4738687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18122F-70D4-67D5-8E4D-F01945D7B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21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1 column title subheading, charts, images, graph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576" y="409575"/>
            <a:ext cx="7583834" cy="100965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56CD648F-431D-5F73-408C-9A9A725008C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8539" y="1916826"/>
            <a:ext cx="7572936" cy="3758834"/>
          </a:xfrm>
          <a:prstGeom prst="rect">
            <a:avLst/>
          </a:prstGeom>
        </p:spPr>
        <p:txBody>
          <a:bodyPr/>
          <a:lstStyle>
            <a:lvl1pPr>
              <a:buNone/>
              <a:defRPr sz="1800"/>
            </a:lvl1pPr>
          </a:lstStyle>
          <a:p>
            <a:pPr lvl="0"/>
            <a:r>
              <a:rPr lang="en-GB" dirty="0"/>
              <a:t>Space for graphs, images, charts, videos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D0927E-B17D-5AAB-7B62-A7F6E96D7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3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2 column title subheading charts, images, graph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734C2A9-9A5D-B1B8-4932-DFDAC1AE795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9575" y="421180"/>
            <a:ext cx="4735513" cy="156091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UCL Sans SemiBold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Headline </a:t>
            </a:r>
          </a:p>
          <a:p>
            <a:pPr lvl="0"/>
            <a:r>
              <a:rPr lang="en-GB" dirty="0"/>
              <a:t>UCL Sans </a:t>
            </a:r>
          </a:p>
          <a:p>
            <a:pPr lvl="0"/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79E96EC-744C-3144-B51D-E5100BEE942C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096001" y="419192"/>
            <a:ext cx="5684838" cy="11285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1"/>
                </a:solidFill>
                <a:latin typeface="UCL Sans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Subheading text style, </a:t>
            </a:r>
          </a:p>
          <a:p>
            <a:pPr lvl="0"/>
            <a:r>
              <a:rPr lang="en-GB" dirty="0"/>
              <a:t>UCL Sans regular 24pt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0CEB380-FACF-CB25-2505-20906C2E85C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080" y="2422525"/>
            <a:ext cx="4686360" cy="302260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Space for graphs, images, charts</a:t>
            </a:r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FB165C1-BA6C-CC63-70EA-E4881C9B378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096000" y="2422525"/>
            <a:ext cx="5649921" cy="3022601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Space for graphs, images, charts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A53278-43EB-727A-BB6A-515939010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822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1 column titl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819" y="409575"/>
            <a:ext cx="7550693" cy="100965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D11EE6-C4E2-EE93-39A9-79D248FDD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0783" y="1916825"/>
            <a:ext cx="7550692" cy="3528300"/>
          </a:xfrm>
          <a:prstGeom prst="rect">
            <a:avLst/>
          </a:prstGeom>
        </p:spPr>
        <p:txBody>
          <a:bodyPr/>
          <a:lstStyle>
            <a:lvl1pPr marL="0">
              <a:lnSpc>
                <a:spcPct val="100000"/>
              </a:lnSpc>
              <a:buFont typeface="Wingdings" pitchFamily="2" charset="2"/>
              <a:buNone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UCL Sans Regular 18pt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96BD17-ACBE-B136-C0C2-347FD6061A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175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2 column title and subheading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8745" y="409575"/>
            <a:ext cx="7572730" cy="100965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D11EE6-C4E2-EE93-39A9-79D248FDD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7709" y="1916825"/>
            <a:ext cx="3321240" cy="35283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2400">
                <a:solidFill>
                  <a:schemeClr val="accent1"/>
                </a:solidFill>
              </a:defRPr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Subheading text style, UCL Sans regular 24pt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5335586-933A-6F8D-CF5B-B9D033AD83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70235" y="1916825"/>
            <a:ext cx="3321240" cy="35283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0A8775-7F4C-B3DF-556A-43E4628D9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399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2 column title and  bulle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576" y="409575"/>
            <a:ext cx="3786188" cy="183029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br>
              <a:rPr lang="en-GB" dirty="0"/>
            </a:b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D11EE6-C4E2-EE93-39A9-79D248FDD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3818" y="409575"/>
            <a:ext cx="6627019" cy="100647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Bullet text, UCL Sans Regular 18pt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7F7948-C0B4-4DA0-F295-8EA3ED1E9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046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3 column title and bulle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8531" y="409575"/>
            <a:ext cx="3797231" cy="183029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C1F16C-DBBC-93A6-C7EF-DE12462C35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6981" y="409575"/>
            <a:ext cx="2840039" cy="1291233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Bullet text, </a:t>
            </a:r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A92D522-EA5D-B98E-DDA4-80FEB73128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37625" y="409575"/>
            <a:ext cx="2840039" cy="1291233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Bullet text, </a:t>
            </a:r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BB61E5-C9D8-A05D-C8A2-706AEF9A9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17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Divider – 2 column title, subheading, text, table,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940" y="409575"/>
            <a:ext cx="3757703" cy="183029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Headline 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5E8DED6-3359-C8D7-EDF1-14AE135495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2940" y="2422525"/>
            <a:ext cx="3729218" cy="10064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Subtitle, UCL Sans Regular 24pt</a:t>
            </a:r>
          </a:p>
        </p:txBody>
      </p:sp>
      <p:sp>
        <p:nvSpPr>
          <p:cNvPr id="4" name="Table Placeholder 3" descr="Add a clear, concise statement describing the figures presented in the table">
            <a:extLst>
              <a:ext uri="{FF2B5EF4-FFF2-40B4-BE49-F238E27FC236}">
                <a16:creationId xmlns:a16="http://schemas.microsoft.com/office/drawing/2014/main" id="{A4C55113-F63B-C02B-63A2-F9C817D9BF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bl" sz="quarter" idx="12"/>
          </p:nvPr>
        </p:nvSpPr>
        <p:spPr>
          <a:xfrm>
            <a:off x="392940" y="3619500"/>
            <a:ext cx="2841625" cy="2828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75F6D65-6CB4-1A07-17CB-355AFECF9D4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411004" y="826261"/>
            <a:ext cx="7369833" cy="4122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Body text, UCL Sans Regular 18pt</a:t>
            </a:r>
          </a:p>
        </p:txBody>
      </p:sp>
      <p:sp>
        <p:nvSpPr>
          <p:cNvPr id="6" name="Picture Placeholder 2" descr="Add a clear, concise statement describing the main purpose of the image">
            <a:extLst>
              <a:ext uri="{FF2B5EF4-FFF2-40B4-BE49-F238E27FC236}">
                <a16:creationId xmlns:a16="http://schemas.microsoft.com/office/drawing/2014/main" id="{82876633-1ADE-997E-991B-B6FA6635A20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4411005" y="1419226"/>
            <a:ext cx="7371420" cy="44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AC2962-03E0-EA22-DBC0-9E4736A7D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933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2 column title, image,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6564" y="409575"/>
            <a:ext cx="5965287" cy="124224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7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0799EAC2-36C5-0886-6CEB-AA012D2BF0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6564" y="2046440"/>
            <a:ext cx="5516672" cy="21604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D11EE6-C4E2-EE93-39A9-79D248FDD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600" y="4438650"/>
            <a:ext cx="5516637" cy="10064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8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AC751661-2014-7CB4-B61A-24EB30E04B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2387" y="2046440"/>
            <a:ext cx="5516673" cy="21604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5584243F-83D4-EC28-5C47-CF5ACA19B5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82388" y="4438650"/>
            <a:ext cx="5494895" cy="10064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E78866-9053-C0FF-479E-006604389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856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mple_Content – Title - 2 column 1 image 1 tex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6564" y="409575"/>
            <a:ext cx="5965287" cy="124224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7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0799EAC2-36C5-0886-6CEB-AA012D2BF0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6564" y="2046440"/>
            <a:ext cx="4429696" cy="339868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D11EE6-C4E2-EE93-39A9-79D248FDD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3818" y="2046440"/>
            <a:ext cx="6627019" cy="33986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83C0A7-72DE-AAF6-9C2F-83EEF344D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878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full page image full colou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ECFBA17C-2B5D-255B-BB8F-D30D74D054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4561CB-C28E-2B9A-0BF9-49CA398334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249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_Content – 4 column title, image,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745EF00-09E6-10CA-B1BF-5A7B7EC806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434508" y="409575"/>
            <a:ext cx="8569680" cy="1377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UCL Sans SemiBold" pitchFamily="2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Headline </a:t>
            </a:r>
          </a:p>
          <a:p>
            <a:pPr lvl="0"/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7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0799EAC2-36C5-0886-6CEB-AA012D2BF0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4507" y="2145327"/>
            <a:ext cx="2717527" cy="174819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8E98CA0-EAB4-835F-548A-B6C634C3B1F4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434508" y="4087765"/>
            <a:ext cx="2717526" cy="1377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18pt</a:t>
            </a:r>
          </a:p>
        </p:txBody>
      </p:sp>
      <p:sp>
        <p:nvSpPr>
          <p:cNvPr id="28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7A9B95BC-4D66-3908-97EF-FB4460F52B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81193" y="2145327"/>
            <a:ext cx="2539327" cy="174819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1755B3-2EC0-736A-45CE-D2F11359FCF2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3454053" y="4087765"/>
            <a:ext cx="2580038" cy="1377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18pt</a:t>
            </a:r>
          </a:p>
        </p:txBody>
      </p:sp>
      <p:sp>
        <p:nvSpPr>
          <p:cNvPr id="35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C85375D3-F603-A1F9-0769-6A655B6E66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49679" y="2145327"/>
            <a:ext cx="2539327" cy="174819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93885E6-59BA-3D4B-A49F-F83F0A580D69}"/>
              </a:ext>
            </a:extLst>
          </p:cNvPr>
          <p:cNvSpPr>
            <a:spLocks noGrp="1"/>
          </p:cNvSpPr>
          <p:nvPr>
            <p:ph type="body" sz="half" idx="27" hasCustomPrompt="1"/>
          </p:nvPr>
        </p:nvSpPr>
        <p:spPr>
          <a:xfrm>
            <a:off x="6336110" y="4087765"/>
            <a:ext cx="2580038" cy="1377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18pt</a:t>
            </a:r>
          </a:p>
        </p:txBody>
      </p:sp>
      <p:sp>
        <p:nvSpPr>
          <p:cNvPr id="36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5B98E73B-EC26-695B-64A0-FE5244D0C7D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218166" y="2145327"/>
            <a:ext cx="2539327" cy="174819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08DBC67-B009-AACF-4F14-CEE565C4E072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9218166" y="4087765"/>
            <a:ext cx="2539326" cy="1377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18pt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C298C2-508C-1619-2F51-CD8DCF5CE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3794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_Title  - 2/3 line heading,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F246E73-D036-D034-B53B-3390FBBB5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idx="10" hasCustomPrompt="1"/>
          </p:nvPr>
        </p:nvSpPr>
        <p:spPr>
          <a:xfrm>
            <a:off x="-7474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100"/>
            </a:lvl1pPr>
            <a:lvl2pPr marL="457200" indent="0">
              <a:buNone/>
              <a:defRPr sz="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dirty="0"/>
              <a:t>Insert and image</a:t>
            </a:r>
          </a:p>
        </p:txBody>
      </p:sp>
      <p:pic>
        <p:nvPicPr>
          <p:cNvPr id="2" name="Picture 1" descr="UCL logo, University College London">
            <a:extLst>
              <a:ext uri="{FF2B5EF4-FFF2-40B4-BE49-F238E27FC236}">
                <a16:creationId xmlns:a16="http://schemas.microsoft.com/office/drawing/2014/main" id="{3EE928D3-B605-30AB-BA7D-FB2B1FC48E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37625" y="5653541"/>
            <a:ext cx="2843213" cy="79805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86FC5-1258-6FBF-23A7-19183EBBA3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 hasCustomPrompt="1"/>
          </p:nvPr>
        </p:nvSpPr>
        <p:spPr>
          <a:xfrm>
            <a:off x="1401472" y="1"/>
            <a:ext cx="5633204" cy="6858000"/>
          </a:xfrm>
          <a:prstGeom prst="rect">
            <a:avLst/>
          </a:prstGeom>
          <a:solidFill>
            <a:schemeClr val="accent1"/>
          </a:solidFill>
        </p:spPr>
        <p:txBody>
          <a:bodyPr lIns="360000" tIns="360000" rIns="360000" bIns="360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200" b="1" i="0">
                <a:solidFill>
                  <a:schemeClr val="accent3"/>
                </a:solidFill>
                <a:latin typeface="UCL Sans SemiBold" pitchFamily="2" charset="77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GB" sz="4200" dirty="0">
                <a:solidFill>
                  <a:schemeClr val="accent3"/>
                </a:solidFill>
              </a:rPr>
              <a:t>Main Headline style slide UCL Sans </a:t>
            </a:r>
            <a:r>
              <a:rPr lang="en-GB" sz="4200" dirty="0" err="1">
                <a:solidFill>
                  <a:schemeClr val="accent3"/>
                </a:solidFill>
              </a:rPr>
              <a:t>SemiBold</a:t>
            </a:r>
            <a:r>
              <a:rPr lang="en-GB" sz="4200" dirty="0">
                <a:solidFill>
                  <a:schemeClr val="accent3"/>
                </a:solidFill>
              </a:rPr>
              <a:t> 42pt 2-3 lines max</a:t>
            </a:r>
            <a:endParaRPr lang="en-US" sz="4200" dirty="0">
              <a:solidFill>
                <a:schemeClr val="accent3"/>
              </a:solidFill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5E8DED6-3359-C8D7-EDF1-14AE135495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91890" y="3455778"/>
            <a:ext cx="4807745" cy="7077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Names of Presenters, </a:t>
            </a:r>
          </a:p>
          <a:p>
            <a:pPr lvl="0"/>
            <a:r>
              <a:rPr lang="en-GB" dirty="0"/>
              <a:t>UCL Sans regular 24pt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1780D4D-96BC-3F19-6FFC-D0D6B82AF61A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791889" y="4503309"/>
            <a:ext cx="4807745" cy="2650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Date, UCL Sans regular 18px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3D562-9BC1-5B2A-B39F-74DAD6DF1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5887" y="0"/>
            <a:ext cx="4095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D0518E-CF11-EBA3-9663-A8A79A187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34676" y="4532"/>
            <a:ext cx="470692" cy="68534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07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 _Content – 1 column title an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36124" y="409575"/>
            <a:ext cx="6604548" cy="100965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Divider section Title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D11EE6-C4E2-EE93-39A9-79D248FDD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6124" y="1916825"/>
            <a:ext cx="6604547" cy="35283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800">
                <a:solidFill>
                  <a:schemeClr val="bg1"/>
                </a:solidFill>
              </a:defRPr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FDE716-F6EE-9CD2-4183-C3966BF52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354138" y="0"/>
            <a:ext cx="1892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99A0D4-0838-5973-6802-0E9A93433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535" y="2448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4D565B-2E0B-B3BA-562F-3D6EFC90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0556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 _ Divider – 2 column title, text, table,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54138" y="409575"/>
            <a:ext cx="3757703" cy="183029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5E8DED6-3359-C8D7-EDF1-14AE135495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82624" y="2422525"/>
            <a:ext cx="3729218" cy="10064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Subtitle, UCL Sans Regular 24pt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A4C55113-F63B-C02B-63A2-F9C817D9BF3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1354139" y="3558615"/>
            <a:ext cx="2668022" cy="28289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75F6D65-6CB4-1A07-17CB-355AFECF9D4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272740" y="882638"/>
            <a:ext cx="6508098" cy="4122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3"/>
                </a:solidFill>
                <a:latin typeface="UCL Sa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Text, UCL Sans Regular 18pt</a:t>
            </a:r>
          </a:p>
        </p:txBody>
      </p:sp>
      <p:sp>
        <p:nvSpPr>
          <p:cNvPr id="6" name="Picture Placeholder 2" descr="Add a clear, concise statement describing the main purpose of the image">
            <a:extLst>
              <a:ext uri="{FF2B5EF4-FFF2-40B4-BE49-F238E27FC236}">
                <a16:creationId xmlns:a16="http://schemas.microsoft.com/office/drawing/2014/main" id="{82876633-1ADE-997E-991B-B6FA6635A20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5275105" y="1419226"/>
            <a:ext cx="6507320" cy="44063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235949-2C3C-533B-6BE3-4C117E17E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55F678-9F19-2B31-68D4-F374061E8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723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 _Content – 2 column 1 title, 2 images, 2 tex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54138" y="409575"/>
            <a:ext cx="5965287" cy="124224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7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0799EAC2-36C5-0886-6CEB-AA012D2BF0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54138" y="2046440"/>
            <a:ext cx="5070914" cy="21604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5D11EE6-C4E2-EE93-39A9-79D248FDD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3402" y="4438650"/>
            <a:ext cx="5070914" cy="1006475"/>
          </a:xfrm>
          <a:prstGeom prst="rect">
            <a:avLst/>
          </a:prstGeom>
        </p:spPr>
        <p:txBody>
          <a:bodyPr/>
          <a:lstStyle>
            <a:lvl1pPr marL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UCL Sans Regular 18pt</a:t>
            </a:r>
            <a:endParaRPr lang="en-US" dirty="0"/>
          </a:p>
        </p:txBody>
      </p:sp>
      <p:sp>
        <p:nvSpPr>
          <p:cNvPr id="8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AC751661-2014-7CB4-B61A-24EB30E04B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86368" y="2046440"/>
            <a:ext cx="5070914" cy="21604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5584243F-83D4-EC28-5C47-CF5ACA19B5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86367" y="4438650"/>
            <a:ext cx="5049033" cy="1006475"/>
          </a:xfrm>
          <a:prstGeom prst="rect">
            <a:avLst/>
          </a:prstGeom>
        </p:spPr>
        <p:txBody>
          <a:bodyPr/>
          <a:lstStyle>
            <a:lvl1pPr marL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UCL Sans Regular 18pt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31EA68-8F97-2C93-1DF1-0C50A907A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935693-F1F7-EFB7-3F70-BBCEEF923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8824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x _Content – 2 column 1 title, 2 images, 2 tex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8CF606E-A120-FD80-1208-6800F7AB3C8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43450" y="409575"/>
            <a:ext cx="5965287" cy="1242244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UCL Sans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10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2F201AA6-C7B0-FA4A-12EF-F05A6A27B8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43449" y="2046440"/>
            <a:ext cx="4502211" cy="339868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DB5FBAF-BF92-0B32-16AD-1D4746507F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2046440"/>
            <a:ext cx="5684838" cy="33986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800"/>
            </a:lvl1pPr>
            <a:lvl2pPr>
              <a:buFont typeface="Wingdings" pitchFamily="2" charset="2"/>
              <a:buChar char="§"/>
              <a:defRPr sz="1800"/>
            </a:lvl2pPr>
            <a:lvl3pPr>
              <a:buFont typeface="Wingdings" pitchFamily="2" charset="2"/>
              <a:buChar char="§"/>
              <a:defRPr sz="1800"/>
            </a:lvl3pPr>
            <a:lvl4pPr>
              <a:buFont typeface="Wingdings" pitchFamily="2" charset="2"/>
              <a:buChar char="§"/>
              <a:defRPr sz="1800"/>
            </a:lvl4pPr>
            <a:lvl5pP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GB" dirty="0"/>
              <a:t>Body text, </a:t>
            </a:r>
          </a:p>
          <a:p>
            <a:pPr lvl="0"/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31EA68-8F97-2C93-1DF1-0C50A907A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E64966-6EA4-2AE9-2F73-A1E95B461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27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 _Content – 4 column title, 4 images, 4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745EF00-09E6-10CA-B1BF-5A7B7EC806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54138" y="409575"/>
            <a:ext cx="8569680" cy="13779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UCL Sans SemiBold" pitchFamily="2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Headline </a:t>
            </a:r>
          </a:p>
          <a:p>
            <a:pPr lvl="0"/>
            <a:r>
              <a:rPr lang="en-GB" dirty="0"/>
              <a:t>UCL </a:t>
            </a:r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7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0799EAC2-36C5-0886-6CEB-AA012D2BF0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54136" y="2185495"/>
            <a:ext cx="2445318" cy="174819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A5F1D-3A29-463C-D7AF-7132F92B56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54135" y="4204795"/>
            <a:ext cx="2438375" cy="1242244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tx2"/>
                </a:solidFill>
                <a:latin typeface="UCL Sa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Body text, </a:t>
            </a:r>
            <a:br>
              <a:rPr lang="en-GB" dirty="0"/>
            </a:br>
            <a:r>
              <a:rPr lang="en-GB" dirty="0"/>
              <a:t>UCL Sans Regular 18pt</a:t>
            </a:r>
          </a:p>
        </p:txBody>
      </p:sp>
      <p:sp>
        <p:nvSpPr>
          <p:cNvPr id="28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7A9B95BC-4D66-3908-97EF-FB4460F52B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14597" y="2185495"/>
            <a:ext cx="2445318" cy="174819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FBDDB7BF-E334-9161-E3A7-3D392EA86CA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14597" y="4204795"/>
            <a:ext cx="2445318" cy="12689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latin typeface="UCL Sans" pitchFamily="2" charset="77"/>
              </a:defRPr>
            </a:lvl1pPr>
            <a:lvl2pPr>
              <a:buNone/>
              <a:defRPr sz="1200" b="0" i="0">
                <a:latin typeface="UCL Sans" pitchFamily="2" charset="77"/>
              </a:defRPr>
            </a:lvl2pPr>
            <a:lvl3pPr>
              <a:buNone/>
              <a:defRPr sz="1200" b="0" i="0">
                <a:latin typeface="UCL Sans" pitchFamily="2" charset="77"/>
              </a:defRPr>
            </a:lvl3pPr>
            <a:lvl4pPr>
              <a:buNone/>
              <a:defRPr sz="1200" b="0" i="0">
                <a:latin typeface="UCL Sans" pitchFamily="2" charset="77"/>
              </a:defRPr>
            </a:lvl4pPr>
            <a:lvl5pPr>
              <a:buNone/>
              <a:defRPr sz="1200" b="0" i="0">
                <a:latin typeface="UCL Sans" pitchFamily="2" charset="77"/>
              </a:defRPr>
            </a:lvl5pPr>
          </a:lstStyle>
          <a:p>
            <a:pPr lvl="0"/>
            <a:r>
              <a:rPr lang="en-GB" dirty="0"/>
              <a:t>Body text, </a:t>
            </a:r>
            <a:br>
              <a:rPr lang="en-GB" dirty="0"/>
            </a:br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35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C85375D3-F603-A1F9-0769-6A655B6E66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675058" y="2185495"/>
            <a:ext cx="2445318" cy="174819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C1102347-D73B-9C6D-7E2C-F4283EC520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75058" y="4204795"/>
            <a:ext cx="2426413" cy="124224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latin typeface="UCL Sans" pitchFamily="2" charset="77"/>
              </a:defRPr>
            </a:lvl1pPr>
            <a:lvl2pPr>
              <a:buNone/>
              <a:defRPr sz="1200" b="0" i="0">
                <a:latin typeface="UCL Sans" pitchFamily="2" charset="77"/>
              </a:defRPr>
            </a:lvl2pPr>
            <a:lvl3pPr>
              <a:buNone/>
              <a:defRPr sz="1200" b="0" i="0">
                <a:latin typeface="UCL Sans" pitchFamily="2" charset="77"/>
              </a:defRPr>
            </a:lvl3pPr>
            <a:lvl4pPr>
              <a:buNone/>
              <a:defRPr sz="1200" b="0" i="0">
                <a:latin typeface="UCL Sans" pitchFamily="2" charset="77"/>
              </a:defRPr>
            </a:lvl4pPr>
            <a:lvl5pPr>
              <a:buNone/>
              <a:defRPr sz="1200" b="0" i="0">
                <a:latin typeface="UCL Sans" pitchFamily="2" charset="77"/>
              </a:defRPr>
            </a:lvl5pPr>
          </a:lstStyle>
          <a:p>
            <a:pPr lvl="0"/>
            <a:r>
              <a:rPr lang="en-GB" dirty="0"/>
              <a:t>Body text, </a:t>
            </a:r>
            <a:br>
              <a:rPr lang="en-GB" dirty="0"/>
            </a:br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36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5B98E73B-EC26-695B-64A0-FE5244D0C7D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335520" y="2185495"/>
            <a:ext cx="2445318" cy="174819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62033B8-9ECF-6181-24C6-8380692FF4A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20932" y="4204795"/>
            <a:ext cx="2459905" cy="1266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latin typeface="UCL Sans" pitchFamily="2" charset="77"/>
              </a:defRPr>
            </a:lvl1pPr>
            <a:lvl2pPr>
              <a:buNone/>
              <a:defRPr sz="1200" b="0" i="0">
                <a:latin typeface="UCL Sans" pitchFamily="2" charset="77"/>
              </a:defRPr>
            </a:lvl2pPr>
            <a:lvl3pPr>
              <a:buNone/>
              <a:defRPr sz="1200" b="0" i="0">
                <a:latin typeface="UCL Sans" pitchFamily="2" charset="77"/>
              </a:defRPr>
            </a:lvl3pPr>
            <a:lvl4pPr>
              <a:buNone/>
              <a:defRPr sz="1200" b="0" i="0">
                <a:latin typeface="UCL Sans" pitchFamily="2" charset="77"/>
              </a:defRPr>
            </a:lvl4pPr>
            <a:lvl5pPr>
              <a:buNone/>
              <a:defRPr sz="1200" b="0" i="0">
                <a:latin typeface="UCL Sans" pitchFamily="2" charset="77"/>
              </a:defRPr>
            </a:lvl5pPr>
          </a:lstStyle>
          <a:p>
            <a:pPr lvl="0"/>
            <a:r>
              <a:rPr lang="en-GB" dirty="0"/>
              <a:t>Body text, </a:t>
            </a:r>
            <a:br>
              <a:rPr lang="en-GB" dirty="0"/>
            </a:br>
            <a:r>
              <a:rPr lang="en-GB" dirty="0"/>
              <a:t>UCL Sans Regular 18pt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D764E0-C2A5-851D-9E15-7970376FA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1993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E115A2-315F-2C75-AD3F-871CC5AAC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7919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 _Content – 2 column title, 1 subheading, 2 image/graphs/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879B5DC-7300-88F8-C308-CBC1B2803C6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354139" y="421180"/>
            <a:ext cx="4303112" cy="156091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UCL Sans SemiBold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Headline </a:t>
            </a:r>
          </a:p>
          <a:p>
            <a:pPr lvl="0"/>
            <a:r>
              <a:rPr lang="en-GB" dirty="0"/>
              <a:t>UCL Sans </a:t>
            </a:r>
          </a:p>
          <a:p>
            <a:pPr lvl="0"/>
            <a:r>
              <a:rPr lang="en-GB" dirty="0" err="1"/>
              <a:t>SemiBold</a:t>
            </a:r>
            <a:r>
              <a:rPr lang="en-GB" dirty="0"/>
              <a:t> 36pt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D51B5E5-6C5C-CBFB-B0B8-D64DB5640EBC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096001" y="419192"/>
            <a:ext cx="5684838" cy="11285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1"/>
                </a:solidFill>
                <a:latin typeface="UCL Sans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Subheading text style, </a:t>
            </a:r>
          </a:p>
          <a:p>
            <a:pPr lvl="0"/>
            <a:r>
              <a:rPr lang="en-GB" dirty="0"/>
              <a:t>UCL Sans regular 24pt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29D6C95-4A5B-9C67-29AF-2DE954D6E43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354138" y="2422525"/>
            <a:ext cx="4303112" cy="302260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Space for graphs, images, charts</a:t>
            </a:r>
            <a:endParaRPr lang="en-US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A7D660-C734-F70C-8436-BC3EFE9A5B2D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096000" y="2422525"/>
            <a:ext cx="5649921" cy="3022601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Space for graphs, images, charts</a:t>
            </a:r>
            <a:endParaRPr lang="en-US" dirty="0"/>
          </a:p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194073-EA37-1F6C-8979-A5566C6B6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8137" y="0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C4CDE7-BB95-C8A0-730E-D626B9750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2948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– full page image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 descr="Add a clear, concise statement describing the main purpose of the image">
            <a:extLst>
              <a:ext uri="{FF2B5EF4-FFF2-40B4-BE49-F238E27FC236}">
                <a16:creationId xmlns:a16="http://schemas.microsoft.com/office/drawing/2014/main" id="{ECFBA17C-2B5D-255B-BB8F-D30D74D054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391438" y="0"/>
            <a:ext cx="1180056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194073-EA37-1F6C-8979-A5566C6B6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8137" y="0"/>
            <a:ext cx="40957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92A8DC-7EF8-37EE-2959-687D81C06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0890" y="6067187"/>
            <a:ext cx="1432605" cy="40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43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BDE158-E1C9-B1AC-ECDC-73BA00A9F6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2742C-E3D3-975E-E4B8-7BDB2954BB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29269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94" r:id="rId2"/>
    <p:sldLayoutId id="2147483799" r:id="rId3"/>
    <p:sldLayoutId id="2147483804" r:id="rId4"/>
    <p:sldLayoutId id="2147483723" r:id="rId5"/>
    <p:sldLayoutId id="2147483805" r:id="rId6"/>
    <p:sldLayoutId id="2147483734" r:id="rId7"/>
    <p:sldLayoutId id="2147483720" r:id="rId8"/>
    <p:sldLayoutId id="2147483725" r:id="rId9"/>
    <p:sldLayoutId id="2147483759" r:id="rId10"/>
    <p:sldLayoutId id="2147483733" r:id="rId11"/>
    <p:sldLayoutId id="2147483726" r:id="rId12"/>
    <p:sldLayoutId id="2147483729" r:id="rId13"/>
    <p:sldLayoutId id="2147483727" r:id="rId14"/>
    <p:sldLayoutId id="2147483802" r:id="rId15"/>
    <p:sldLayoutId id="2147483806" r:id="rId16"/>
    <p:sldLayoutId id="214748372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tx1"/>
          </a:solidFill>
          <a:latin typeface="UCL Sans SemiBo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800" kern="1200">
          <a:solidFill>
            <a:schemeClr val="tx1"/>
          </a:solidFill>
          <a:latin typeface="UCL Sans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UCL Sans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UCL Sans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kern="1200">
          <a:solidFill>
            <a:schemeClr val="tx1"/>
          </a:solidFill>
          <a:latin typeface="UCL Sans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kern="1200">
          <a:solidFill>
            <a:schemeClr val="tx1"/>
          </a:solidFill>
          <a:latin typeface="UCL Sans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" userDrawn="1">
          <p15:clr>
            <a:srgbClr val="F26B43"/>
          </p15:clr>
        </p15:guide>
        <p15:guide id="2" pos="258" userDrawn="1">
          <p15:clr>
            <a:srgbClr val="F26B43"/>
          </p15:clr>
        </p15:guide>
        <p15:guide id="3" orient="horz" pos="4064" userDrawn="1">
          <p15:clr>
            <a:srgbClr val="F26B43"/>
          </p15:clr>
        </p15:guide>
        <p15:guide id="4" pos="853" userDrawn="1">
          <p15:clr>
            <a:srgbClr val="F26B43"/>
          </p15:clr>
        </p15:guide>
        <p15:guide id="5" pos="1451" userDrawn="1">
          <p15:clr>
            <a:srgbClr val="F26B43"/>
          </p15:clr>
        </p15:guide>
        <p15:guide id="6" pos="2048" userDrawn="1">
          <p15:clr>
            <a:srgbClr val="F26B43"/>
          </p15:clr>
        </p15:guide>
        <p15:guide id="7" pos="2643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pos="3241" userDrawn="1">
          <p15:clr>
            <a:srgbClr val="F26B43"/>
          </p15:clr>
        </p15:guide>
        <p15:guide id="10" pos="4436" userDrawn="1">
          <p15:clr>
            <a:srgbClr val="F26B43"/>
          </p15:clr>
        </p15:guide>
        <p15:guide id="11" pos="5034" userDrawn="1">
          <p15:clr>
            <a:srgbClr val="F26B43"/>
          </p15:clr>
        </p15:guide>
        <p15:guide id="12" pos="5630" userDrawn="1">
          <p15:clr>
            <a:srgbClr val="F26B43"/>
          </p15:clr>
        </p15:guide>
        <p15:guide id="13" pos="6226" userDrawn="1">
          <p15:clr>
            <a:srgbClr val="F26B43"/>
          </p15:clr>
        </p15:guide>
        <p15:guide id="14" pos="6824" userDrawn="1">
          <p15:clr>
            <a:srgbClr val="F26B43"/>
          </p15:clr>
        </p15:guide>
        <p15:guide id="15" pos="7421" userDrawn="1">
          <p15:clr>
            <a:srgbClr val="F26B43"/>
          </p15:clr>
        </p15:guide>
        <p15:guide id="16" orient="horz" pos="3430" userDrawn="1">
          <p15:clr>
            <a:srgbClr val="F26B43"/>
          </p15:clr>
        </p15:guide>
        <p15:guide id="17" orient="horz" pos="2796" userDrawn="1">
          <p15:clr>
            <a:srgbClr val="F26B43"/>
          </p15:clr>
        </p15:guide>
        <p15:guide id="18" orient="horz" pos="894" userDrawn="1">
          <p15:clr>
            <a:srgbClr val="F26B43"/>
          </p15:clr>
        </p15:guide>
        <p15:guide id="19" orient="horz" pos="1526" userDrawn="1">
          <p15:clr>
            <a:srgbClr val="F26B43"/>
          </p15:clr>
        </p15:guide>
        <p15:guide id="20" orient="horz" pos="21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4B97B0-6D67-3762-FAC1-F9C15B6089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8E98D-5DC5-F844-0B8F-29580141F4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34988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3" r:id="rId2"/>
    <p:sldLayoutId id="2147483767" r:id="rId3"/>
    <p:sldLayoutId id="2147483769" r:id="rId4"/>
    <p:sldLayoutId id="2147483803" r:id="rId5"/>
    <p:sldLayoutId id="2147483770" r:id="rId6"/>
    <p:sldLayoutId id="2147483771" r:id="rId7"/>
    <p:sldLayoutId id="214748380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tx1"/>
          </a:solidFill>
          <a:latin typeface="UCL Sans SemiBo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800" kern="1200">
          <a:solidFill>
            <a:schemeClr val="tx1"/>
          </a:solidFill>
          <a:latin typeface="UCL Sans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UCL Sans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UCL Sans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kern="1200">
          <a:solidFill>
            <a:schemeClr val="tx1"/>
          </a:solidFill>
          <a:latin typeface="UCL Sans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kern="1200">
          <a:solidFill>
            <a:schemeClr val="tx1"/>
          </a:solidFill>
          <a:latin typeface="UCL Sans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" userDrawn="1">
          <p15:clr>
            <a:srgbClr val="F26B43"/>
          </p15:clr>
        </p15:guide>
        <p15:guide id="2" pos="258" userDrawn="1">
          <p15:clr>
            <a:srgbClr val="F26B43"/>
          </p15:clr>
        </p15:guide>
        <p15:guide id="3" orient="horz" pos="4064" userDrawn="1">
          <p15:clr>
            <a:srgbClr val="F26B43"/>
          </p15:clr>
        </p15:guide>
        <p15:guide id="4" pos="853" userDrawn="1">
          <p15:clr>
            <a:srgbClr val="F26B43"/>
          </p15:clr>
        </p15:guide>
        <p15:guide id="5" pos="1451" userDrawn="1">
          <p15:clr>
            <a:srgbClr val="F26B43"/>
          </p15:clr>
        </p15:guide>
        <p15:guide id="6" pos="2048" userDrawn="1">
          <p15:clr>
            <a:srgbClr val="F26B43"/>
          </p15:clr>
        </p15:guide>
        <p15:guide id="7" pos="2643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pos="3241" userDrawn="1">
          <p15:clr>
            <a:srgbClr val="F26B43"/>
          </p15:clr>
        </p15:guide>
        <p15:guide id="10" pos="4436" userDrawn="1">
          <p15:clr>
            <a:srgbClr val="F26B43"/>
          </p15:clr>
        </p15:guide>
        <p15:guide id="11" pos="5034" userDrawn="1">
          <p15:clr>
            <a:srgbClr val="F26B43"/>
          </p15:clr>
        </p15:guide>
        <p15:guide id="12" pos="5630" userDrawn="1">
          <p15:clr>
            <a:srgbClr val="F26B43"/>
          </p15:clr>
        </p15:guide>
        <p15:guide id="13" pos="6226" userDrawn="1">
          <p15:clr>
            <a:srgbClr val="F26B43"/>
          </p15:clr>
        </p15:guide>
        <p15:guide id="14" pos="6824" userDrawn="1">
          <p15:clr>
            <a:srgbClr val="F26B43"/>
          </p15:clr>
        </p15:guide>
        <p15:guide id="15" pos="7421" userDrawn="1">
          <p15:clr>
            <a:srgbClr val="F26B43"/>
          </p15:clr>
        </p15:guide>
        <p15:guide id="16" orient="horz" pos="3430" userDrawn="1">
          <p15:clr>
            <a:srgbClr val="F26B43"/>
          </p15:clr>
        </p15:guide>
        <p15:guide id="17" orient="horz" pos="2796" userDrawn="1">
          <p15:clr>
            <a:srgbClr val="F26B43"/>
          </p15:clr>
        </p15:guide>
        <p15:guide id="18" orient="horz" pos="894" userDrawn="1">
          <p15:clr>
            <a:srgbClr val="F26B43"/>
          </p15:clr>
        </p15:guide>
        <p15:guide id="19" orient="horz" pos="1526" userDrawn="1">
          <p15:clr>
            <a:srgbClr val="F26B43"/>
          </p15:clr>
        </p15:guide>
        <p15:guide id="20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A couple of women standing on a balcony&#10;&#10;AI-generated content may be incorrect.">
            <a:extLst>
              <a:ext uri="{FF2B5EF4-FFF2-40B4-BE49-F238E27FC236}">
                <a16:creationId xmlns:a16="http://schemas.microsoft.com/office/drawing/2014/main" id="{0A90CA10-9DE7-0491-090F-697AACAB2AAB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3"/>
          <a:srcRect t="7813" b="7813"/>
          <a:stretch>
            <a:fillRect/>
          </a:stretch>
        </p:blipFill>
        <p:spPr>
          <a:xfrm>
            <a:off x="-1588" y="0"/>
            <a:ext cx="12192001" cy="6858000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7C7C80-F696-54B1-112A-211BB43459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>
                <a:latin typeface="UCL Sans SemiBold"/>
              </a:rPr>
              <a:t>Title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925875-E786-ECD9-222A-1CD7BF9CB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34676" y="4532"/>
            <a:ext cx="470692" cy="68534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30198-0A2B-B64B-808C-86C51E56D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>
                <a:latin typeface="UCL Sans"/>
              </a:rPr>
              <a:t>Full name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2915C7-E4C8-08AA-1334-CA5998A021CD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GB">
                <a:latin typeface="UCL Sans"/>
              </a:rPr>
              <a:t>Student number</a:t>
            </a:r>
            <a:endParaRPr lang="en-US"/>
          </a:p>
        </p:txBody>
      </p:sp>
      <p:pic>
        <p:nvPicPr>
          <p:cNvPr id="4" name="Picture 3" descr="UCL logo, University College London">
            <a:extLst>
              <a:ext uri="{FF2B5EF4-FFF2-40B4-BE49-F238E27FC236}">
                <a16:creationId xmlns:a16="http://schemas.microsoft.com/office/drawing/2014/main" id="{93120B80-4D83-9DFF-4E74-79FA54E6B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7625" y="5653541"/>
            <a:ext cx="2843213" cy="79805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508F10F-1CE3-23FD-1272-B7388A3BF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87" y="0"/>
            <a:ext cx="4095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49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76485-5686-97EB-92B0-85140BAD7D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latin typeface="UCL Sans SemiBold"/>
              </a:rPr>
              <a:t>Area of research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7BA857-D47D-DE0E-2631-54516261F7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56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8FEFA-5F4A-EC0B-F9EA-99946DF2A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710AD-B1FD-B8F3-2D2E-0AFF7969A1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latin typeface="UCL Sans SemiBold"/>
              </a:rPr>
              <a:t>Problem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ADA96-F4F3-8478-BEAD-8C11CDCFFA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0783" y="1916825"/>
            <a:ext cx="7239393" cy="3528300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6484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F945C-B680-79AA-2159-B65C77B9E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9972B-0FAC-77AD-C54F-93B0168096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latin typeface="UCL Sans SemiBold"/>
              </a:rPr>
              <a:t>Significance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F6D73-11FA-B8D1-017E-972FA8070E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0783" y="1916825"/>
            <a:ext cx="7239393" cy="3528300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2546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BC1E7-107D-7435-EBF5-17BA8E58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CEF44-DE09-7BD3-F964-80566AE7F2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UCL Sans SemiBold"/>
              </a:rPr>
              <a:t>State of the art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C7622-578F-9B2D-ADC9-9C572E5BBA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0783" y="1916825"/>
            <a:ext cx="7239393" cy="3528300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584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4DF83-BCE7-B3C4-E55E-BEB9488D1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4CAD9-A479-69C1-246D-A4CDF2E5CE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latin typeface="UCL Sans SemiBold"/>
              </a:rPr>
              <a:t>Hypothesis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CD004-40D8-84F1-0B2E-2F218CE345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0783" y="1916825"/>
            <a:ext cx="7239393" cy="3528300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838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17517-F8C9-A237-F361-5C272DAE8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4C7C5-D759-3397-7332-F63D0D3921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latin typeface="UCL Sans SemiBold"/>
              </a:rPr>
              <a:t>Execution plan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0CA3A-6C08-C7A9-067D-EEBE75958E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0783" y="1916825"/>
            <a:ext cx="7239393" cy="3528300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8600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894A1-6315-DD9E-2010-9BD991402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3FB9B-110B-A009-47CA-68FECD41BF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latin typeface="UCL Sans SemiBold"/>
              </a:rPr>
              <a:t>Risk analysis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BB6CD-7AC6-580A-DDCB-679840753D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0783" y="1916825"/>
            <a:ext cx="7239393" cy="3528300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130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group of people on a staircase&#10;&#10;AI-generated content may be incorrect.">
            <a:extLst>
              <a:ext uri="{FF2B5EF4-FFF2-40B4-BE49-F238E27FC236}">
                <a16:creationId xmlns:a16="http://schemas.microsoft.com/office/drawing/2014/main" id="{8831338A-EBAC-48CD-14D3-9C36262C5ED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13"/>
          </p:nvPr>
        </p:nvPicPr>
        <p:blipFill>
          <a:blip r:embed="rId3"/>
          <a:srcRect t="7707" b="7707"/>
          <a:stretch>
            <a:fillRect/>
          </a:stretch>
        </p:blipFill>
        <p:spPr/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1A176D-FBC6-F479-E844-E2161678C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4572" y="6060701"/>
            <a:ext cx="1421688" cy="39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127916"/>
      </p:ext>
    </p:extLst>
  </p:cSld>
  <p:clrMapOvr>
    <a:masterClrMapping/>
  </p:clrMapOvr>
</p:sld>
</file>

<file path=ppt/theme/theme1.xml><?xml version="1.0" encoding="utf-8"?>
<a:theme xmlns:a="http://schemas.openxmlformats.org/drawingml/2006/main" name="UCL Slides templates - Simple theme">
  <a:themeElements>
    <a:clrScheme name="UCL Colours Theme">
      <a:dk1>
        <a:srgbClr val="000000"/>
      </a:dk1>
      <a:lt1>
        <a:srgbClr val="FAFAFA"/>
      </a:lt1>
      <a:dk2>
        <a:srgbClr val="000000"/>
      </a:dk2>
      <a:lt2>
        <a:srgbClr val="E8E8E8"/>
      </a:lt2>
      <a:accent1>
        <a:srgbClr val="3A1857"/>
      </a:accent1>
      <a:accent2>
        <a:srgbClr val="993AFF"/>
      </a:accent2>
      <a:accent3>
        <a:srgbClr val="B982FF"/>
      </a:accent3>
      <a:accent4>
        <a:srgbClr val="DDBDFF"/>
      </a:accent4>
      <a:accent5>
        <a:srgbClr val="EEDEFF"/>
      </a:accent5>
      <a:accent6>
        <a:srgbClr val="30D6FF"/>
      </a:accent6>
      <a:hlink>
        <a:srgbClr val="3A1857"/>
      </a:hlink>
      <a:folHlink>
        <a:srgbClr val="993A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CL-Powerpoint-Template-UCLSans-UserTest" id="{C27536D9-30EE-8F40-884F-9B8503BB78CC}" vid="{2812A23A-B212-8C47-86B3-DEF37C047B0D}"/>
    </a:ext>
  </a:extLst>
</a:theme>
</file>

<file path=ppt/theme/theme2.xml><?xml version="1.0" encoding="utf-8"?>
<a:theme xmlns:a="http://schemas.openxmlformats.org/drawingml/2006/main" name="UCL Slides templates - Complex design theme">
  <a:themeElements>
    <a:clrScheme name="UCL Colours Theme">
      <a:dk1>
        <a:srgbClr val="000000"/>
      </a:dk1>
      <a:lt1>
        <a:srgbClr val="FAFAFA"/>
      </a:lt1>
      <a:dk2>
        <a:srgbClr val="000000"/>
      </a:dk2>
      <a:lt2>
        <a:srgbClr val="E8E8E8"/>
      </a:lt2>
      <a:accent1>
        <a:srgbClr val="3A1857"/>
      </a:accent1>
      <a:accent2>
        <a:srgbClr val="993AFF"/>
      </a:accent2>
      <a:accent3>
        <a:srgbClr val="B982FF"/>
      </a:accent3>
      <a:accent4>
        <a:srgbClr val="DDBDFF"/>
      </a:accent4>
      <a:accent5>
        <a:srgbClr val="EEDEFF"/>
      </a:accent5>
      <a:accent6>
        <a:srgbClr val="30D6FF"/>
      </a:accent6>
      <a:hlink>
        <a:srgbClr val="3A1857"/>
      </a:hlink>
      <a:folHlink>
        <a:srgbClr val="993A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CL-Powerpoint-Template-UCLSans-UserTest" id="{C27536D9-30EE-8F40-884F-9B8503BB78CC}" vid="{48DDD679-D01D-0E41-9682-843B2A2815E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2A0662030DBC4F99C1FA9D93D14A4C" ma:contentTypeVersion="" ma:contentTypeDescription="Create a new document." ma:contentTypeScope="" ma:versionID="601ee87aba0edee35dd0bd1031319f69">
  <xsd:schema xmlns:xsd="http://www.w3.org/2001/XMLSchema" xmlns:xs="http://www.w3.org/2001/XMLSchema" xmlns:p="http://schemas.microsoft.com/office/2006/metadata/properties" xmlns:ns2="1d368349-1023-48e7-96c9-f9d028f6f0fb" xmlns:ns3="1aa119c2-5735-4356-91ec-0ca074bf9097" xmlns:ns4="32f397aa-99c0-43f4-9b94-7b5d785faf95" targetNamespace="http://schemas.microsoft.com/office/2006/metadata/properties" ma:root="true" ma:fieldsID="ceaa2ff74debb88eeec5ab219e85c5f9" ns2:_="" ns3:_="" ns4:_="">
    <xsd:import namespace="1d368349-1023-48e7-96c9-f9d028f6f0fb"/>
    <xsd:import namespace="1aa119c2-5735-4356-91ec-0ca074bf9097"/>
    <xsd:import namespace="32f397aa-99c0-43f4-9b94-7b5d785faf9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368349-1023-48e7-96c9-f9d028f6f0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79a89b1-2c2c-4f7f-9bd7-7914fb13a0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a119c2-5735-4356-91ec-0ca074bf909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397aa-99c0-43f4-9b94-7b5d785faf95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d117ceb8-fbd8-4cd5-a93e-9fc1393353fc}" ma:internalName="TaxCatchAll" ma:showField="CatchAllData" ma:web="32f397aa-99c0-43f4-9b94-7b5d785faf9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d368349-1023-48e7-96c9-f9d028f6f0fb">
      <Terms xmlns="http://schemas.microsoft.com/office/infopath/2007/PartnerControls"/>
    </lcf76f155ced4ddcb4097134ff3c332f>
    <TaxCatchAll xmlns="32f397aa-99c0-43f4-9b94-7b5d785faf9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A618EBA-795F-4487-B29C-4E0D2C8D67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368349-1023-48e7-96c9-f9d028f6f0fb"/>
    <ds:schemaRef ds:uri="1aa119c2-5735-4356-91ec-0ca074bf9097"/>
    <ds:schemaRef ds:uri="32f397aa-99c0-43f4-9b94-7b5d785faf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CBB2BC-B86C-4646-888A-87EB55C19509}">
  <ds:schemaRefs>
    <ds:schemaRef ds:uri="http://schemas.microsoft.com/office/2006/metadata/properties"/>
    <ds:schemaRef ds:uri="http://schemas.microsoft.com/office/infopath/2007/PartnerControls"/>
    <ds:schemaRef ds:uri="1d368349-1023-48e7-96c9-f9d028f6f0fb"/>
    <ds:schemaRef ds:uri="32f397aa-99c0-43f4-9b94-7b5d785faf95"/>
  </ds:schemaRefs>
</ds:datastoreItem>
</file>

<file path=customXml/itemProps3.xml><?xml version="1.0" encoding="utf-8"?>
<ds:datastoreItem xmlns:ds="http://schemas.openxmlformats.org/officeDocument/2006/customXml" ds:itemID="{55700595-49AE-497B-9134-6C4B03871A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UCL Slides templates - Simple theme</Template>
  <TotalTime>1563</TotalTime>
  <Words>2561</Words>
  <Application>Microsoft Office PowerPoint</Application>
  <PresentationFormat>宽屏</PresentationFormat>
  <Paragraphs>242</Paragraphs>
  <Slides>9</Slides>
  <Notes>9</Notes>
  <HiddenSlides>0</HiddenSlides>
  <MMClips>1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1" baseType="lpstr">
      <vt:lpstr>UCL Slides templates - Simple theme</vt:lpstr>
      <vt:lpstr>UCL Slides templates - Complex design theme</vt:lpstr>
      <vt:lpstr>PowerPoint 演示文稿</vt:lpstr>
      <vt:lpstr>Area of research</vt:lpstr>
      <vt:lpstr>Problem</vt:lpstr>
      <vt:lpstr>Significance</vt:lpstr>
      <vt:lpstr>State of the art</vt:lpstr>
      <vt:lpstr>Hypothesis</vt:lpstr>
      <vt:lpstr>Execution plan</vt:lpstr>
      <vt:lpstr>Risk analysis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ucypevl-test</dc:creator>
  <cp:keywords/>
  <dc:description/>
  <cp:lastModifiedBy>ucypevl-test</cp:lastModifiedBy>
  <cp:revision>255</cp:revision>
  <dcterms:created xsi:type="dcterms:W3CDTF">2025-12-03T11:00:22Z</dcterms:created>
  <dcterms:modified xsi:type="dcterms:W3CDTF">2026-05-23T08:46:15Z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0x010100A12A0662030DBC4F99C1FA9D93D14A4C</vt:lpwstr>
  </property>
  <property fmtid="{D5CDD505-2E9C-101B-9397-08002B2CF9AE}" pid="3" name="MediaServiceImageTags">
    <vt:lpwstr/>
  </property>
</Properties>
</file>