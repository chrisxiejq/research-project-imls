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66" r:id="rId3"/>
  </p:sldMasterIdLst>
  <p:notesMasterIdLst>
    <p:notesMasterId r:id="rId5"/>
  </p:notesMasterIdLst>
  <p:handoutMasterIdLst>
    <p:handoutMasterId r:id="rId14"/>
  </p:handoutMasterIdLst>
  <p:sldIdLst>
    <p:sldId id="273" r:id="rId4"/>
    <p:sldId id="266" r:id="rId6"/>
    <p:sldId id="320" r:id="rId7"/>
    <p:sldId id="321" r:id="rId8"/>
    <p:sldId id="323" r:id="rId9"/>
    <p:sldId id="324" r:id="rId10"/>
    <p:sldId id="325" r:id="rId11"/>
    <p:sldId id="322" r:id="rId12"/>
    <p:sldId id="318" r:id="rId13"/>
  </p:sldIdLst>
  <p:sldSz cx="12192000" cy="6858000"/>
  <p:notesSz cx="6858000" cy="9144000"/>
  <p:embeddedFontLst>
    <p:embeddedFont>
      <p:font typeface="UCL Sans SemiBold" pitchFamily="2" charset="77"/>
      <p:regular r:id="rId18"/>
    </p:embeddedFont>
    <p:embeddedFont>
      <p:font typeface="UCL Sans" pitchFamily="2" charset="77"/>
      <p:regular r:id="rId19"/>
    </p:embeddedFont>
    <p:embeddedFont>
      <p:font typeface="UCL Sans SemiBold"/>
      <p:regular r:id="rId20"/>
    </p:embeddedFont>
    <p:embeddedFont>
      <p:font typeface="UCL Sans"/>
      <p:regular r:id="rId21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CL Slides" id="{64BE57D8-B9E0-4D48-BBC7-659295F1B008}">
          <p14:sldIdLst>
            <p14:sldId id="273"/>
            <p14:sldId id="266"/>
            <p14:sldId id="320"/>
            <p14:sldId id="321"/>
            <p14:sldId id="323"/>
            <p14:sldId id="324"/>
            <p14:sldId id="325"/>
            <p14:sldId id="322"/>
            <p14:sldId id="31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5C"/>
    <a:srgbClr val="5487FF"/>
    <a:srgbClr val="F56300"/>
    <a:srgbClr val="00A19D"/>
    <a:srgbClr val="ED357D"/>
    <a:srgbClr val="FAFAFA"/>
    <a:srgbClr val="3A1857"/>
    <a:srgbClr val="781C1C"/>
    <a:srgbClr val="57B444"/>
    <a:srgbClr val="9E1A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8"/>
    <p:restoredTop sz="86054"/>
  </p:normalViewPr>
  <p:slideViewPr>
    <p:cSldViewPr>
      <p:cViewPr varScale="1">
        <p:scale>
          <a:sx n="105" d="100"/>
          <a:sy n="105" d="100"/>
        </p:scale>
        <p:origin x="89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46" d="100"/>
          <a:sy n="146" d="100"/>
        </p:scale>
        <p:origin x="414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customXml" Target="../customXml/item1.xml"/><Relationship Id="rId23" Type="http://schemas.openxmlformats.org/officeDocument/2006/relationships/customXml" Target="../customXml/item2.xml"/><Relationship Id="rId24" Type="http://schemas.openxmlformats.org/officeDocument/2006/relationships/customXml" Target="../customXml/item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D93C3-F286-9C4B-98EC-FBB7F0C69BB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A0B70-CCF2-4444-BE01-B320D9CE5A4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8A70A-88C5-8F48-B495-07492CFAC4E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BC158-BB56-D04E-8DE4-3CEB786515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 title slide layout features a full background image with a main heading positioned in the top left corner on a dark purple panel. The presenters’ names and the date sit beneath the title. The UCL logo is placed in the bottom right corner of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with a headline at the top left, followed by text box beneath it.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with a headline at the top left, followed by text box beneath it.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with a headline at the top left, followed by text box beneath it.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with a headline at the top left, followed by text box beneath it.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with a headline at the top left, followed by text box beneath it.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with a headline at the top left, followed by text box beneath it.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with a headline at the top left, followed by text box beneath it.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full image with full colour logo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Title  - 2/3 line heading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03463" y="409575"/>
            <a:ext cx="7084422" cy="197467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Main Headline style slide UCL Sans </a:t>
            </a:r>
            <a:r>
              <a:rPr lang="en-GB" dirty="0" err="1"/>
              <a:t>SemiBold</a:t>
            </a:r>
            <a:r>
              <a:rPr lang="en-GB" dirty="0"/>
              <a:t> 42pt </a:t>
            </a:r>
            <a:br>
              <a:rPr lang="en-GB" dirty="0"/>
            </a:br>
            <a:r>
              <a:rPr lang="en-GB" dirty="0"/>
              <a:t>2-3 lines max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303463" y="4473756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Names of Presenters, UCL Sans Regular 24pt</a:t>
            </a:r>
            <a:endParaRPr lang="en-GB" dirty="0"/>
          </a:p>
        </p:txBody>
      </p:sp>
      <p:sp>
        <p:nvSpPr>
          <p:cNvPr id="4" name="Rectangle 3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5413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2303463" y="4981780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Date, UCL Sans Regular 18pt </a:t>
            </a:r>
            <a:endParaRPr lang="en-GB" dirty="0"/>
          </a:p>
        </p:txBody>
      </p:sp>
      <p:pic>
        <p:nvPicPr>
          <p:cNvPr id="9" name="Picture 8" descr="UCL logo, University College London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1455" y="5661248"/>
            <a:ext cx="2844805" cy="798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Title full name logo - 2/3 line heading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03463" y="409575"/>
            <a:ext cx="7084422" cy="197467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Main Headline style slide UCL Sans </a:t>
            </a:r>
            <a:r>
              <a:rPr lang="en-GB" dirty="0" err="1"/>
              <a:t>SemiBold</a:t>
            </a:r>
            <a:r>
              <a:rPr lang="en-GB" dirty="0"/>
              <a:t> 42pt </a:t>
            </a:r>
            <a:br>
              <a:rPr lang="en-GB" dirty="0"/>
            </a:br>
            <a:r>
              <a:rPr lang="en-GB" dirty="0"/>
              <a:t>2-3 lines max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303463" y="4473756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Names of Presenters, UCL Sans Regular 24pt</a:t>
            </a:r>
            <a:endParaRPr lang="en-GB" dirty="0"/>
          </a:p>
        </p:txBody>
      </p:sp>
      <p:sp>
        <p:nvSpPr>
          <p:cNvPr id="4" name="Rectangle 3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5413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2303463" y="4981780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Date, UCL Sans Regular 18pt</a:t>
            </a:r>
            <a:endParaRPr lang="en-GB" dirty="0"/>
          </a:p>
        </p:txBody>
      </p:sp>
      <p:pic>
        <p:nvPicPr>
          <p:cNvPr id="9" name="Picture 8" descr="UCL logo, University College London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1455" y="5661248"/>
            <a:ext cx="2844805" cy="798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Title  - Faculty, School Department 2/3 line heading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03463" y="409575"/>
            <a:ext cx="7084422" cy="197467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Main Headline style slide UCL Sans </a:t>
            </a:r>
            <a:r>
              <a:rPr lang="en-GB" dirty="0" err="1"/>
              <a:t>SemiBold</a:t>
            </a:r>
            <a:r>
              <a:rPr lang="en-GB" dirty="0"/>
              <a:t> 42pt </a:t>
            </a:r>
            <a:br>
              <a:rPr lang="en-GB" dirty="0"/>
            </a:br>
            <a:r>
              <a:rPr lang="en-GB" dirty="0"/>
              <a:t>2-3 lines max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303463" y="3627624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Names of Presenters, UCL Sans Regular 24pt</a:t>
            </a:r>
            <a:endParaRPr lang="en-GB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2303463" y="4135648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Date, UCL Sans Regular 18pt</a:t>
            </a:r>
            <a:endParaRPr lang="en-GB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2273719" y="5854933"/>
            <a:ext cx="6240809" cy="5827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Type in your faculty/department/unit name here </a:t>
            </a:r>
            <a:endParaRPr lang="en-GB" dirty="0"/>
          </a:p>
          <a:p>
            <a:pPr lvl="0"/>
            <a:r>
              <a:rPr lang="en-GB" dirty="0"/>
              <a:t>UCL Sans Regular 18pt</a:t>
            </a:r>
            <a:endParaRPr lang="en-GB" dirty="0"/>
          </a:p>
        </p:txBody>
      </p:sp>
      <p:sp>
        <p:nvSpPr>
          <p:cNvPr id="4" name="Rectangle 3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5413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CL logo, University College London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1455" y="5661248"/>
            <a:ext cx="2844805" cy="798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_Title -2-3 line heading an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idx="13"/>
          </p:nvPr>
        </p:nvSpPr>
        <p:spPr>
          <a:xfrm>
            <a:off x="1354138" y="2852936"/>
            <a:ext cx="10837862" cy="4005064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03463" y="409575"/>
            <a:ext cx="7084422" cy="197467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Main Headline style slide UCL Sans </a:t>
            </a:r>
            <a:r>
              <a:rPr lang="en-GB" dirty="0" err="1"/>
              <a:t>SemiBold</a:t>
            </a:r>
            <a:r>
              <a:rPr lang="en-GB" dirty="0"/>
              <a:t> 42pt </a:t>
            </a:r>
            <a:br>
              <a:rPr lang="en-GB" dirty="0"/>
            </a:br>
            <a:r>
              <a:rPr lang="en-GB" dirty="0"/>
              <a:t>2-3 lines max</a:t>
            </a:r>
            <a:endParaRPr lang="en-US" dirty="0"/>
          </a:p>
        </p:txBody>
      </p:sp>
      <p:sp>
        <p:nvSpPr>
          <p:cNvPr id="4" name="Rectangle 3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5413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UCL logo, University College London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7625" y="5653541"/>
            <a:ext cx="2843213" cy="7980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Divider1 – 1 column title, subheading,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09575" y="409575"/>
            <a:ext cx="3757703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Divider section Title 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9575" y="2422525"/>
            <a:ext cx="3757703" cy="10064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Subheading, UCL Sans Regular 24pt</a:t>
            </a:r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409575" y="4510352"/>
            <a:ext cx="3757703" cy="934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Body text, UCL Sans Regular 18pt</a:t>
            </a:r>
            <a:endParaRPr lang="en-GB" dirty="0"/>
          </a:p>
        </p:txBody>
      </p:sp>
      <p:sp>
        <p:nvSpPr>
          <p:cNvPr id="6" name="Picture Placeholder 2" descr="Add a clear, concise statement describing the main purpose of the image"/>
          <p:cNvSpPr>
            <a:spLocks noGrp="1" noRot="1" noMove="1" noResize="1" noEditPoints="1" noAdjustHandles="1" noChangeArrowheads="1" noChangeShapeType="1"/>
          </p:cNvSpPr>
          <p:nvPr>
            <p:ph type="pic" idx="10"/>
          </p:nvPr>
        </p:nvSpPr>
        <p:spPr>
          <a:xfrm>
            <a:off x="5145088" y="20073"/>
            <a:ext cx="4738687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3" name="Picture 2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_Divider2 – 1 column title, subheading,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35960" y="409575"/>
            <a:ext cx="3757703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Divider section Title 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735960" y="2422525"/>
            <a:ext cx="3757703" cy="10064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Subheading, UCL Sans Regular 24pt</a:t>
            </a:r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735960" y="4510352"/>
            <a:ext cx="3757703" cy="934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Body text, UCL Sans Regular 18pt</a:t>
            </a:r>
            <a:endParaRPr lang="en-GB" dirty="0"/>
          </a:p>
        </p:txBody>
      </p:sp>
      <p:sp>
        <p:nvSpPr>
          <p:cNvPr id="6" name="Picture Placeholder 2" descr="Add a clear, concise statement describing the main purpose of the image"/>
          <p:cNvSpPr>
            <a:spLocks noGrp="1" noRot="1" noMove="1" noResize="1" noEditPoints="1" noAdjustHandles="1" noChangeArrowheads="1" noChangeShapeType="1"/>
          </p:cNvSpPr>
          <p:nvPr>
            <p:ph type="pic" idx="10"/>
          </p:nvPr>
        </p:nvSpPr>
        <p:spPr>
          <a:xfrm>
            <a:off x="0" y="20073"/>
            <a:ext cx="4738687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3" name="Picture 2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1 column title subheading, charts, images, grap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09576" y="409575"/>
            <a:ext cx="7583834" cy="100965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GB" dirty="0"/>
          </a:p>
        </p:txBody>
      </p:sp>
      <p:sp>
        <p:nvSpPr>
          <p:cNvPr id="9" name="Content Placeholder"/>
          <p:cNvSpPr>
            <a:spLocks noGrp="1"/>
          </p:cNvSpPr>
          <p:nvPr>
            <p:ph idx="1" hasCustomPrompt="1"/>
          </p:nvPr>
        </p:nvSpPr>
        <p:spPr>
          <a:xfrm>
            <a:off x="418539" y="1916826"/>
            <a:ext cx="7572936" cy="3758834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GB" dirty="0"/>
              <a:t>Space for graphs, images, charts, videos</a:t>
            </a:r>
            <a:endParaRPr lang="en-GB" dirty="0"/>
          </a:p>
        </p:txBody>
      </p:sp>
      <p:pic>
        <p:nvPicPr>
          <p:cNvPr id="7" name="Picture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2 column title subheading charts, images, grap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09575" y="421180"/>
            <a:ext cx="4735513" cy="15609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Headline </a:t>
            </a:r>
            <a:endParaRPr lang="en-GB" dirty="0"/>
          </a:p>
          <a:p>
            <a:pPr lvl="0"/>
            <a:r>
              <a:rPr lang="en-GB" dirty="0"/>
              <a:t>UCL Sans </a:t>
            </a:r>
            <a:endParaRPr lang="en-GB" dirty="0"/>
          </a:p>
          <a:p>
            <a:pPr lvl="0"/>
            <a:r>
              <a:rPr lang="en-GB" dirty="0" err="1"/>
              <a:t>SemiBold</a:t>
            </a:r>
            <a:r>
              <a:rPr lang="en-GB" dirty="0"/>
              <a:t> 36pt</a:t>
            </a:r>
            <a:endParaRPr lang="en-GB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6096001" y="419192"/>
            <a:ext cx="5684838" cy="11285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UCL Sans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Subheading text style, </a:t>
            </a:r>
            <a:endParaRPr lang="en-GB" dirty="0"/>
          </a:p>
          <a:p>
            <a:pPr lvl="0"/>
            <a:r>
              <a:rPr lang="en-GB" dirty="0"/>
              <a:t>UCL Sans regular 24pt</a:t>
            </a:r>
            <a:endParaRPr lang="en-GB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1" hasCustomPrompt="1"/>
          </p:nvPr>
        </p:nvSpPr>
        <p:spPr>
          <a:xfrm>
            <a:off x="446080" y="2422525"/>
            <a:ext cx="4686360" cy="302260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GB" dirty="0"/>
              <a:t>Space for graphs, images, charts</a:t>
            </a:r>
            <a:endParaRPr lang="en-US" dirty="0"/>
          </a:p>
        </p:txBody>
      </p:sp>
      <p:sp>
        <p:nvSpPr>
          <p:cNvPr id="13" name="Content Placeholder 5"/>
          <p:cNvSpPr>
            <a:spLocks noGrp="1"/>
          </p:cNvSpPr>
          <p:nvPr>
            <p:ph sz="half" idx="12" hasCustomPrompt="1"/>
          </p:nvPr>
        </p:nvSpPr>
        <p:spPr>
          <a:xfrm>
            <a:off x="6096000" y="2422525"/>
            <a:ext cx="5649921" cy="3022601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GB" dirty="0"/>
              <a:t>Space for graphs, images, charts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1 column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1819" y="409575"/>
            <a:ext cx="7550693" cy="100965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GB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40783" y="1916825"/>
            <a:ext cx="7550692" cy="3528300"/>
          </a:xfrm>
          <a:prstGeom prst="rect">
            <a:avLst/>
          </a:prstGeom>
        </p:spPr>
        <p:txBody>
          <a:bodyPr/>
          <a:lstStyle>
            <a:lvl1pPr marL="0">
              <a:lnSpc>
                <a:spcPct val="100000"/>
              </a:lnSpc>
              <a:buFont typeface="Wingdings" panose="05000000000000000000" pitchFamily="2" charset="2"/>
              <a:buNone/>
              <a:defRPr sz="1800"/>
            </a:lvl1pPr>
            <a:lvl2pPr>
              <a:buFont typeface="Wingdings" panose="05000000000000000000" pitchFamily="2" charset="2"/>
              <a:buChar char="§"/>
              <a:defRPr sz="1800"/>
            </a:lvl2pPr>
            <a:lvl3pPr>
              <a:buFont typeface="Wingdings" panose="05000000000000000000" pitchFamily="2" charset="2"/>
              <a:buChar char="§"/>
              <a:defRPr sz="1800"/>
            </a:lvl3pPr>
            <a:lvl4pPr>
              <a:buFont typeface="Wingdings" panose="05000000000000000000" pitchFamily="2" charset="2"/>
              <a:buChar char="§"/>
              <a:defRPr sz="1800"/>
            </a:lvl4pPr>
            <a:lvl5pP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UCL Sans Regular 18pt</a:t>
            </a:r>
            <a:endParaRPr lang="en-US" dirty="0"/>
          </a:p>
        </p:txBody>
      </p:sp>
      <p:pic>
        <p:nvPicPr>
          <p:cNvPr id="7" name="Picture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2 column title and subheading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8745" y="409575"/>
            <a:ext cx="7572730" cy="100965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GB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27709" y="1916825"/>
            <a:ext cx="3321240" cy="35283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400">
                <a:solidFill>
                  <a:schemeClr val="accent1"/>
                </a:solidFill>
              </a:defRPr>
            </a:lvl1pPr>
            <a:lvl2pPr>
              <a:buFont typeface="Wingdings" panose="05000000000000000000" pitchFamily="2" charset="2"/>
              <a:buChar char="§"/>
              <a:defRPr sz="1800"/>
            </a:lvl2pPr>
            <a:lvl3pPr>
              <a:buFont typeface="Wingdings" panose="05000000000000000000" pitchFamily="2" charset="2"/>
              <a:buChar char="§"/>
              <a:defRPr sz="1800"/>
            </a:lvl3pPr>
            <a:lvl4pPr>
              <a:buFont typeface="Wingdings" panose="05000000000000000000" pitchFamily="2" charset="2"/>
              <a:buChar char="§"/>
              <a:defRPr sz="1800"/>
            </a:lvl4pPr>
            <a:lvl5pP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Subheading text style, UCL Sans regular 24pt</a:t>
            </a:r>
            <a:endParaRPr lang="en-GB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670235" y="1916825"/>
            <a:ext cx="3321240" cy="35283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>
                <a:solidFill>
                  <a:schemeClr val="tx1"/>
                </a:solidFill>
              </a:defRPr>
            </a:lvl1pPr>
            <a:lvl2pPr>
              <a:buFont typeface="Wingdings" panose="05000000000000000000" pitchFamily="2" charset="2"/>
              <a:buChar char="§"/>
              <a:defRPr sz="1800"/>
            </a:lvl2pPr>
            <a:lvl3pPr>
              <a:buFont typeface="Wingdings" panose="05000000000000000000" pitchFamily="2" charset="2"/>
              <a:buChar char="§"/>
              <a:defRPr sz="1800"/>
            </a:lvl3pPr>
            <a:lvl4pPr>
              <a:buFont typeface="Wingdings" panose="05000000000000000000" pitchFamily="2" charset="2"/>
              <a:buChar char="§"/>
              <a:defRPr sz="1800"/>
            </a:lvl4pPr>
            <a:lvl5pP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  <a:endParaRPr lang="en-GB" dirty="0"/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pic>
        <p:nvPicPr>
          <p:cNvPr id="8" name="Picture 7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2 column title and  bulle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09576" y="409575"/>
            <a:ext cx="3786188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br>
              <a:rPr lang="en-GB" dirty="0"/>
            </a:br>
            <a:r>
              <a:rPr lang="en-GB" dirty="0" err="1"/>
              <a:t>SemiBold</a:t>
            </a:r>
            <a:r>
              <a:rPr lang="en-GB" dirty="0"/>
              <a:t> 36pt</a:t>
            </a:r>
            <a:endParaRPr lang="en-GB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153818" y="409575"/>
            <a:ext cx="6627019" cy="1006475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§"/>
              <a:defRPr sz="1800"/>
            </a:lvl1pPr>
            <a:lvl2pPr>
              <a:buFont typeface="Wingdings" panose="05000000000000000000" pitchFamily="2" charset="2"/>
              <a:buChar char="§"/>
              <a:defRPr sz="1800"/>
            </a:lvl2pPr>
            <a:lvl3pPr>
              <a:buFont typeface="Wingdings" panose="05000000000000000000" pitchFamily="2" charset="2"/>
              <a:buChar char="§"/>
              <a:defRPr sz="1800"/>
            </a:lvl3pPr>
            <a:lvl4pPr>
              <a:buFont typeface="Wingdings" panose="05000000000000000000" pitchFamily="2" charset="2"/>
              <a:buChar char="§"/>
              <a:defRPr sz="1800"/>
            </a:lvl4pPr>
            <a:lvl5pP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Bullet text, UCL Sans Regular 18pt</a:t>
            </a:r>
            <a:endParaRPr lang="en-US" dirty="0"/>
          </a:p>
        </p:txBody>
      </p:sp>
      <p:pic>
        <p:nvPicPr>
          <p:cNvPr id="7" name="Picture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3 column title and bulle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98531" y="409575"/>
            <a:ext cx="3797231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156981" y="409575"/>
            <a:ext cx="2840039" cy="1291233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§"/>
              <a:defRPr sz="1800"/>
            </a:lvl1pPr>
            <a:lvl2pPr>
              <a:buFont typeface="Wingdings" panose="05000000000000000000" pitchFamily="2" charset="2"/>
              <a:buChar char="§"/>
              <a:defRPr sz="1800"/>
            </a:lvl2pPr>
            <a:lvl3pPr>
              <a:buFont typeface="Wingdings" panose="05000000000000000000" pitchFamily="2" charset="2"/>
              <a:buChar char="§"/>
              <a:defRPr sz="1800"/>
            </a:lvl3pPr>
            <a:lvl4pPr>
              <a:buFont typeface="Wingdings" panose="05000000000000000000" pitchFamily="2" charset="2"/>
              <a:buChar char="§"/>
              <a:defRPr sz="1800"/>
            </a:lvl4pPr>
            <a:lvl5pP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Bullet text, </a:t>
            </a:r>
            <a:endParaRPr lang="en-GB" dirty="0"/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8937625" y="409575"/>
            <a:ext cx="2840039" cy="1291233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§"/>
              <a:defRPr sz="1800"/>
            </a:lvl1pPr>
            <a:lvl2pPr>
              <a:buFont typeface="Wingdings" panose="05000000000000000000" pitchFamily="2" charset="2"/>
              <a:buChar char="§"/>
              <a:defRPr sz="1800"/>
            </a:lvl2pPr>
            <a:lvl3pPr>
              <a:buFont typeface="Wingdings" panose="05000000000000000000" pitchFamily="2" charset="2"/>
              <a:buChar char="§"/>
              <a:defRPr sz="1800"/>
            </a:lvl3pPr>
            <a:lvl4pPr>
              <a:buFont typeface="Wingdings" panose="05000000000000000000" pitchFamily="2" charset="2"/>
              <a:buChar char="§"/>
              <a:defRPr sz="1800"/>
            </a:lvl4pPr>
            <a:lvl5pP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Bullet text, </a:t>
            </a:r>
            <a:endParaRPr lang="en-GB" dirty="0"/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pic>
        <p:nvPicPr>
          <p:cNvPr id="6" name="Picture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Divider – 2 column title, subheading, text, table,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92940" y="409575"/>
            <a:ext cx="3757703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Headline 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2940" y="2422525"/>
            <a:ext cx="3729218" cy="10064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Subtitle, UCL Sans Regular 24pt</a:t>
            </a:r>
            <a:endParaRPr lang="en-GB" dirty="0"/>
          </a:p>
        </p:txBody>
      </p:sp>
      <p:sp>
        <p:nvSpPr>
          <p:cNvPr id="4" name="Table Placeholder 3" descr="Add a clear, concise statement describing the figures presented in the table"/>
          <p:cNvSpPr>
            <a:spLocks noGrp="1" noRot="1" noMove="1" noResize="1" noEditPoints="1" noAdjustHandles="1" noChangeArrowheads="1" noChangeShapeType="1"/>
          </p:cNvSpPr>
          <p:nvPr>
            <p:ph type="tbl" sz="quarter" idx="12" hasCustomPrompt="1"/>
          </p:nvPr>
        </p:nvSpPr>
        <p:spPr>
          <a:xfrm>
            <a:off x="392940" y="3619500"/>
            <a:ext cx="2841625" cy="2828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4411004" y="826261"/>
            <a:ext cx="7369833" cy="4122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Body text, UCL Sans Regular 18pt</a:t>
            </a:r>
            <a:endParaRPr lang="en-GB" dirty="0"/>
          </a:p>
        </p:txBody>
      </p:sp>
      <p:sp>
        <p:nvSpPr>
          <p:cNvPr id="6" name="Picture Placeholder 2" descr="Add a clear, concise statement describing the main purpose of the image"/>
          <p:cNvSpPr>
            <a:spLocks noGrp="1"/>
          </p:cNvSpPr>
          <p:nvPr>
            <p:ph type="pic" idx="10"/>
          </p:nvPr>
        </p:nvSpPr>
        <p:spPr>
          <a:xfrm>
            <a:off x="4411005" y="1419226"/>
            <a:ext cx="7371420" cy="44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3" name="Picture 2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2 column title, image,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6564" y="409575"/>
            <a:ext cx="5965287" cy="124224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GB" dirty="0"/>
          </a:p>
        </p:txBody>
      </p:sp>
      <p:sp>
        <p:nvSpPr>
          <p:cNvPr id="7" name="Picture Placeholder 6" descr="Add a clear, concise statement describing the main purpose of the image"/>
          <p:cNvSpPr>
            <a:spLocks noGrp="1"/>
          </p:cNvSpPr>
          <p:nvPr>
            <p:ph type="pic" sz="quarter" idx="13"/>
          </p:nvPr>
        </p:nvSpPr>
        <p:spPr>
          <a:xfrm>
            <a:off x="456564" y="2046440"/>
            <a:ext cx="5516672" cy="21604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6600" y="4438650"/>
            <a:ext cx="5516637" cy="10064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/>
            </a:lvl1pPr>
            <a:lvl2pPr>
              <a:buFont typeface="Wingdings" panose="05000000000000000000" pitchFamily="2" charset="2"/>
              <a:buChar char="§"/>
              <a:defRPr sz="1800"/>
            </a:lvl2pPr>
            <a:lvl3pPr>
              <a:buFont typeface="Wingdings" panose="05000000000000000000" pitchFamily="2" charset="2"/>
              <a:buChar char="§"/>
              <a:defRPr sz="1800"/>
            </a:lvl3pPr>
            <a:lvl4pPr>
              <a:buFont typeface="Wingdings" panose="05000000000000000000" pitchFamily="2" charset="2"/>
              <a:buChar char="§"/>
              <a:defRPr sz="1800"/>
            </a:lvl4pPr>
            <a:lvl5pP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  <a:endParaRPr lang="en-GB" dirty="0"/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8" name="Picture Placeholder 6" descr="Add a clear, concise statement describing the main purpose of the image"/>
          <p:cNvSpPr>
            <a:spLocks noGrp="1"/>
          </p:cNvSpPr>
          <p:nvPr>
            <p:ph type="pic" sz="quarter" idx="14"/>
          </p:nvPr>
        </p:nvSpPr>
        <p:spPr>
          <a:xfrm>
            <a:off x="6282387" y="2046440"/>
            <a:ext cx="5516673" cy="21604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282388" y="4438650"/>
            <a:ext cx="5494895" cy="10064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/>
            </a:lvl1pPr>
            <a:lvl2pPr>
              <a:buFont typeface="Wingdings" panose="05000000000000000000" pitchFamily="2" charset="2"/>
              <a:buChar char="§"/>
              <a:defRPr sz="1800"/>
            </a:lvl2pPr>
            <a:lvl3pPr>
              <a:buFont typeface="Wingdings" panose="05000000000000000000" pitchFamily="2" charset="2"/>
              <a:buChar char="§"/>
              <a:defRPr sz="1800"/>
            </a:lvl3pPr>
            <a:lvl4pPr>
              <a:buFont typeface="Wingdings" panose="05000000000000000000" pitchFamily="2" charset="2"/>
              <a:buChar char="§"/>
              <a:defRPr sz="1800"/>
            </a:lvl4pPr>
            <a:lvl5pP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  <a:endParaRPr lang="en-GB" dirty="0"/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pic>
        <p:nvPicPr>
          <p:cNvPr id="6" name="Picture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_Content – Title - 2 column 1 image 1 tex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6564" y="409575"/>
            <a:ext cx="5965287" cy="124224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GB" dirty="0"/>
          </a:p>
        </p:txBody>
      </p:sp>
      <p:sp>
        <p:nvSpPr>
          <p:cNvPr id="7" name="Picture Placeholder 6" descr="Add a clear, concise statement describing the main purpose of the image"/>
          <p:cNvSpPr>
            <a:spLocks noGrp="1"/>
          </p:cNvSpPr>
          <p:nvPr>
            <p:ph type="pic" sz="quarter" idx="13"/>
          </p:nvPr>
        </p:nvSpPr>
        <p:spPr>
          <a:xfrm>
            <a:off x="456564" y="2046440"/>
            <a:ext cx="4429696" cy="339868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153818" y="2046440"/>
            <a:ext cx="6627019" cy="33986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/>
            </a:lvl1pPr>
            <a:lvl2pPr>
              <a:buFont typeface="Wingdings" panose="05000000000000000000" pitchFamily="2" charset="2"/>
              <a:buChar char="§"/>
              <a:defRPr sz="1800"/>
            </a:lvl2pPr>
            <a:lvl3pPr>
              <a:buFont typeface="Wingdings" panose="05000000000000000000" pitchFamily="2" charset="2"/>
              <a:buChar char="§"/>
              <a:defRPr sz="1800"/>
            </a:lvl3pPr>
            <a:lvl4pPr>
              <a:buFont typeface="Wingdings" panose="05000000000000000000" pitchFamily="2" charset="2"/>
              <a:buChar char="§"/>
              <a:defRPr sz="1800"/>
            </a:lvl4pPr>
            <a:lvl5pP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  <a:endParaRPr lang="en-GB" dirty="0"/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pic>
        <p:nvPicPr>
          <p:cNvPr id="5" name="Picture 4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full page image full colou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 descr="Add a clear, concise statement describing the main purpose of the image"/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4 column title, image,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/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434508" y="409575"/>
            <a:ext cx="8569680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Headline </a:t>
            </a:r>
            <a:endParaRPr lang="en-GB" dirty="0"/>
          </a:p>
          <a:p>
            <a:pPr lvl="0"/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GB" dirty="0"/>
          </a:p>
        </p:txBody>
      </p:sp>
      <p:sp>
        <p:nvSpPr>
          <p:cNvPr id="7" name="Picture Placeholder 6" descr="Add a clear, concise statement describing the main purpose of the image"/>
          <p:cNvSpPr>
            <a:spLocks noGrp="1"/>
          </p:cNvSpPr>
          <p:nvPr>
            <p:ph type="pic" sz="quarter" idx="13"/>
          </p:nvPr>
        </p:nvSpPr>
        <p:spPr>
          <a:xfrm>
            <a:off x="434507" y="2145327"/>
            <a:ext cx="2717527" cy="174819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2" name="Text Placeholder 3"/>
          <p:cNvSpPr>
            <a:spLocks noGrp="1"/>
          </p:cNvSpPr>
          <p:nvPr>
            <p:ph type="body" sz="half" idx="25" hasCustomPrompt="1"/>
          </p:nvPr>
        </p:nvSpPr>
        <p:spPr>
          <a:xfrm>
            <a:off x="434508" y="4087765"/>
            <a:ext cx="2717526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Body text, </a:t>
            </a:r>
            <a:endParaRPr lang="en-GB" dirty="0"/>
          </a:p>
          <a:p>
            <a:pPr lvl="0"/>
            <a:r>
              <a:rPr lang="en-GB" dirty="0"/>
              <a:t>UCL Sans 18pt</a:t>
            </a:r>
            <a:endParaRPr lang="en-GB" dirty="0"/>
          </a:p>
        </p:txBody>
      </p:sp>
      <p:sp>
        <p:nvSpPr>
          <p:cNvPr id="28" name="Picture Placeholder 6" descr="Add a clear, concise statement describing the main purpose of the image"/>
          <p:cNvSpPr>
            <a:spLocks noGrp="1"/>
          </p:cNvSpPr>
          <p:nvPr>
            <p:ph type="pic" sz="quarter" idx="16"/>
          </p:nvPr>
        </p:nvSpPr>
        <p:spPr>
          <a:xfrm>
            <a:off x="3481193" y="2145327"/>
            <a:ext cx="2539327" cy="174819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6" hasCustomPrompt="1"/>
          </p:nvPr>
        </p:nvSpPr>
        <p:spPr>
          <a:xfrm>
            <a:off x="3454053" y="4087765"/>
            <a:ext cx="2580038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Body text, </a:t>
            </a:r>
            <a:endParaRPr lang="en-GB" dirty="0"/>
          </a:p>
          <a:p>
            <a:pPr lvl="0"/>
            <a:r>
              <a:rPr lang="en-GB" dirty="0"/>
              <a:t>UCL Sans 18pt</a:t>
            </a:r>
            <a:endParaRPr lang="en-GB" dirty="0"/>
          </a:p>
        </p:txBody>
      </p:sp>
      <p:sp>
        <p:nvSpPr>
          <p:cNvPr id="35" name="Picture Placeholder 6" descr="Add a clear, concise statement describing the main purpose of the image"/>
          <p:cNvSpPr>
            <a:spLocks noGrp="1"/>
          </p:cNvSpPr>
          <p:nvPr>
            <p:ph type="pic" sz="quarter" idx="20"/>
          </p:nvPr>
        </p:nvSpPr>
        <p:spPr>
          <a:xfrm>
            <a:off x="6349679" y="2145327"/>
            <a:ext cx="2539327" cy="174819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7" hasCustomPrompt="1"/>
          </p:nvPr>
        </p:nvSpPr>
        <p:spPr>
          <a:xfrm>
            <a:off x="6336110" y="4087765"/>
            <a:ext cx="2580038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Body text, </a:t>
            </a:r>
            <a:endParaRPr lang="en-GB" dirty="0"/>
          </a:p>
          <a:p>
            <a:pPr lvl="0"/>
            <a:r>
              <a:rPr lang="en-GB" dirty="0"/>
              <a:t>UCL Sans 18pt</a:t>
            </a:r>
            <a:endParaRPr lang="en-GB" dirty="0"/>
          </a:p>
        </p:txBody>
      </p:sp>
      <p:sp>
        <p:nvSpPr>
          <p:cNvPr id="36" name="Picture Placeholder 6" descr="Add a clear, concise statement describing the main purpose of the image"/>
          <p:cNvSpPr>
            <a:spLocks noGrp="1"/>
          </p:cNvSpPr>
          <p:nvPr>
            <p:ph type="pic" sz="quarter" idx="21"/>
          </p:nvPr>
        </p:nvSpPr>
        <p:spPr>
          <a:xfrm>
            <a:off x="9218166" y="2145327"/>
            <a:ext cx="2539327" cy="174819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8" hasCustomPrompt="1"/>
          </p:nvPr>
        </p:nvSpPr>
        <p:spPr>
          <a:xfrm>
            <a:off x="9218166" y="4087765"/>
            <a:ext cx="2539326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Body text, </a:t>
            </a:r>
            <a:endParaRPr lang="en-GB" dirty="0"/>
          </a:p>
          <a:p>
            <a:pPr lvl="0"/>
            <a:r>
              <a:rPr lang="en-GB" dirty="0"/>
              <a:t>UCL Sans 18pt</a:t>
            </a:r>
            <a:endParaRPr lang="en-GB" dirty="0"/>
          </a:p>
        </p:txBody>
      </p:sp>
      <p:pic>
        <p:nvPicPr>
          <p:cNvPr id="3" name="Picture 2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tle  - 2/3 line heading,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Rot="1" noMove="1" noResize="1" noEditPoints="1" noAdjustHandles="1" noChangeArrowheads="1" noChangeShapeType="1"/>
          </p:cNvSpPr>
          <p:nvPr>
            <p:ph type="pic" idx="10" hasCustomPrompt="1"/>
          </p:nvPr>
        </p:nvSpPr>
        <p:spPr>
          <a:xfrm>
            <a:off x="-7474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/>
            </a:lvl1pPr>
            <a:lvl2pPr marL="457200" indent="0">
              <a:buNone/>
              <a:defRPr sz="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dirty="0"/>
              <a:t>Insert and image</a:t>
            </a:r>
            <a:endParaRPr lang="en-US" dirty="0"/>
          </a:p>
        </p:txBody>
      </p:sp>
      <p:pic>
        <p:nvPicPr>
          <p:cNvPr id="2" name="Picture 1" descr="UCL logo, University College London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7625" y="5653541"/>
            <a:ext cx="2843213" cy="79805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1401472" y="1"/>
            <a:ext cx="5633204" cy="6858000"/>
          </a:xfrm>
          <a:prstGeom prst="rect">
            <a:avLst/>
          </a:prstGeom>
          <a:solidFill>
            <a:schemeClr val="accent1"/>
          </a:solidFill>
        </p:spPr>
        <p:txBody>
          <a:bodyPr lIns="360000" tIns="360000" rIns="360000" bIns="36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200" b="1" i="0">
                <a:solidFill>
                  <a:schemeClr val="accent3"/>
                </a:solidFill>
                <a:latin typeface="UCL Sans SemiBold" pitchFamily="2" charset="77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GB" sz="4200" dirty="0">
                <a:solidFill>
                  <a:schemeClr val="accent3"/>
                </a:solidFill>
              </a:rPr>
              <a:t>Main Headline style slide UCL Sans </a:t>
            </a:r>
            <a:r>
              <a:rPr lang="en-GB" sz="4200" dirty="0" err="1">
                <a:solidFill>
                  <a:schemeClr val="accent3"/>
                </a:solidFill>
              </a:rPr>
              <a:t>SemiBold</a:t>
            </a:r>
            <a:r>
              <a:rPr lang="en-GB" sz="4200" dirty="0">
                <a:solidFill>
                  <a:schemeClr val="accent3"/>
                </a:solidFill>
              </a:rPr>
              <a:t> 42pt 2-3 lines max</a:t>
            </a:r>
            <a:endParaRPr lang="en-US" sz="4200" dirty="0">
              <a:solidFill>
                <a:schemeClr val="accent3"/>
              </a:solidFill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791890" y="3455778"/>
            <a:ext cx="4807745" cy="7077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Names of Presenters, </a:t>
            </a:r>
            <a:endParaRPr lang="en-GB" dirty="0"/>
          </a:p>
          <a:p>
            <a:pPr lvl="0"/>
            <a:r>
              <a:rPr lang="en-GB" dirty="0"/>
              <a:t>UCL Sans regular 24pt</a:t>
            </a:r>
            <a:endParaRPr lang="en-GB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1791889" y="4503309"/>
            <a:ext cx="4807745" cy="2650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Date, UCL Sans regular 18px</a:t>
            </a:r>
            <a:endParaRPr lang="en-GB" dirty="0"/>
          </a:p>
        </p:txBody>
      </p:sp>
      <p:sp>
        <p:nvSpPr>
          <p:cNvPr id="4" name="Rectangle 3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5887" y="0"/>
            <a:ext cx="4095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34676" y="4532"/>
            <a:ext cx="470692" cy="68534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Content – 1 column title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36124" y="409575"/>
            <a:ext cx="6604548" cy="100965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Divider section Title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GB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136124" y="1916825"/>
            <a:ext cx="6604547" cy="35283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>
                <a:solidFill>
                  <a:schemeClr val="bg1"/>
                </a:solidFill>
              </a:defRPr>
            </a:lvl1pPr>
            <a:lvl2pPr>
              <a:buFont typeface="Wingdings" panose="05000000000000000000" pitchFamily="2" charset="2"/>
              <a:buChar char="§"/>
              <a:defRPr sz="1800"/>
            </a:lvl2pPr>
            <a:lvl3pPr>
              <a:buFont typeface="Wingdings" panose="05000000000000000000" pitchFamily="2" charset="2"/>
              <a:buChar char="§"/>
              <a:defRPr sz="1800"/>
            </a:lvl3pPr>
            <a:lvl4pPr>
              <a:buFont typeface="Wingdings" panose="05000000000000000000" pitchFamily="2" charset="2"/>
              <a:buChar char="§"/>
              <a:defRPr sz="1800"/>
            </a:lvl4pPr>
            <a:lvl5pP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  <a:endParaRPr lang="en-GB" dirty="0"/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5" name="Rectangle 4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354138" y="0"/>
            <a:ext cx="1892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535" y="2448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 Divider – 2 column title, text, table,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54138" y="409575"/>
            <a:ext cx="3757703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82624" y="2422525"/>
            <a:ext cx="3729218" cy="10064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Subtitle, UCL Sans Regular 24pt</a:t>
            </a:r>
            <a:endParaRPr lang="en-GB" dirty="0"/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2"/>
          </p:nvPr>
        </p:nvSpPr>
        <p:spPr>
          <a:xfrm>
            <a:off x="1354139" y="3558615"/>
            <a:ext cx="2668022" cy="28289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5272740" y="882638"/>
            <a:ext cx="6508098" cy="4122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Text, UCL Sans Regular 18pt</a:t>
            </a:r>
            <a:endParaRPr lang="en-GB" dirty="0"/>
          </a:p>
        </p:txBody>
      </p:sp>
      <p:sp>
        <p:nvSpPr>
          <p:cNvPr id="6" name="Picture Placeholder 2" descr="Add a clear, concise statement describing the main purpose of the image"/>
          <p:cNvSpPr>
            <a:spLocks noGrp="1"/>
          </p:cNvSpPr>
          <p:nvPr>
            <p:ph type="pic" idx="10"/>
          </p:nvPr>
        </p:nvSpPr>
        <p:spPr>
          <a:xfrm>
            <a:off x="5275105" y="1419226"/>
            <a:ext cx="6507320" cy="44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" name="Rectangle 2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Content – 2 column 1 title, 2 images, 2 tex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54138" y="409575"/>
            <a:ext cx="5965287" cy="124224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GB" dirty="0"/>
          </a:p>
        </p:txBody>
      </p:sp>
      <p:sp>
        <p:nvSpPr>
          <p:cNvPr id="7" name="Picture Placeholder 6" descr="Add a clear, concise statement describing the main purpose of the image"/>
          <p:cNvSpPr>
            <a:spLocks noGrp="1"/>
          </p:cNvSpPr>
          <p:nvPr>
            <p:ph type="pic" sz="quarter" idx="13"/>
          </p:nvPr>
        </p:nvSpPr>
        <p:spPr>
          <a:xfrm>
            <a:off x="1354138" y="2046440"/>
            <a:ext cx="5070914" cy="21604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353402" y="4438650"/>
            <a:ext cx="5070914" cy="1006475"/>
          </a:xfrm>
          <a:prstGeom prst="rect">
            <a:avLst/>
          </a:prstGeom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/>
            </a:lvl1pPr>
            <a:lvl2pPr>
              <a:buFont typeface="Wingdings" panose="05000000000000000000" pitchFamily="2" charset="2"/>
              <a:buChar char="§"/>
              <a:defRPr sz="1800"/>
            </a:lvl2pPr>
            <a:lvl3pPr>
              <a:buFont typeface="Wingdings" panose="05000000000000000000" pitchFamily="2" charset="2"/>
              <a:buChar char="§"/>
              <a:defRPr sz="1800"/>
            </a:lvl3pPr>
            <a:lvl4pPr>
              <a:buFont typeface="Wingdings" panose="05000000000000000000" pitchFamily="2" charset="2"/>
              <a:buChar char="§"/>
              <a:defRPr sz="1800"/>
            </a:lvl4pPr>
            <a:lvl5pP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UCL Sans Regular 18pt</a:t>
            </a:r>
            <a:endParaRPr lang="en-US" dirty="0"/>
          </a:p>
        </p:txBody>
      </p:sp>
      <p:sp>
        <p:nvSpPr>
          <p:cNvPr id="8" name="Picture Placeholder 6" descr="Add a clear, concise statement describing the main purpose of the image"/>
          <p:cNvSpPr>
            <a:spLocks noGrp="1"/>
          </p:cNvSpPr>
          <p:nvPr>
            <p:ph type="pic" sz="quarter" idx="14"/>
          </p:nvPr>
        </p:nvSpPr>
        <p:spPr>
          <a:xfrm>
            <a:off x="6686368" y="2046440"/>
            <a:ext cx="5070914" cy="21604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686367" y="4438650"/>
            <a:ext cx="5049033" cy="1006475"/>
          </a:xfrm>
          <a:prstGeom prst="rect">
            <a:avLst/>
          </a:prstGeom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/>
            </a:lvl1pPr>
            <a:lvl2pPr>
              <a:buFont typeface="Wingdings" panose="05000000000000000000" pitchFamily="2" charset="2"/>
              <a:buChar char="§"/>
              <a:defRPr sz="1800"/>
            </a:lvl2pPr>
            <a:lvl3pPr>
              <a:buFont typeface="Wingdings" panose="05000000000000000000" pitchFamily="2" charset="2"/>
              <a:buChar char="§"/>
              <a:defRPr sz="1800"/>
            </a:lvl3pPr>
            <a:lvl4pPr>
              <a:buFont typeface="Wingdings" panose="05000000000000000000" pitchFamily="2" charset="2"/>
              <a:buChar char="§"/>
              <a:defRPr sz="1800"/>
            </a:lvl4pPr>
            <a:lvl5pP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UCL Sans Regular 18pt</a:t>
            </a:r>
            <a:endParaRPr lang="en-US" dirty="0"/>
          </a:p>
        </p:txBody>
      </p:sp>
      <p:sp>
        <p:nvSpPr>
          <p:cNvPr id="6" name="Rectangle 5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x _Content – 2 column 1 title, 2 images, 2 tex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1343450" y="409575"/>
            <a:ext cx="5965287" cy="124224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GB" dirty="0"/>
          </a:p>
        </p:txBody>
      </p:sp>
      <p:sp>
        <p:nvSpPr>
          <p:cNvPr id="10" name="Picture Placeholder 6" descr="Add a clear, concise statement describing the main purpose of the image"/>
          <p:cNvSpPr>
            <a:spLocks noGrp="1"/>
          </p:cNvSpPr>
          <p:nvPr>
            <p:ph type="pic" sz="quarter" idx="13"/>
          </p:nvPr>
        </p:nvSpPr>
        <p:spPr>
          <a:xfrm>
            <a:off x="1343449" y="2046440"/>
            <a:ext cx="4502211" cy="339868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2046440"/>
            <a:ext cx="5684838" cy="33986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/>
            </a:lvl1pPr>
            <a:lvl2pPr>
              <a:buFont typeface="Wingdings" panose="05000000000000000000" pitchFamily="2" charset="2"/>
              <a:buChar char="§"/>
              <a:defRPr sz="1800"/>
            </a:lvl2pPr>
            <a:lvl3pPr>
              <a:buFont typeface="Wingdings" panose="05000000000000000000" pitchFamily="2" charset="2"/>
              <a:buChar char="§"/>
              <a:defRPr sz="1800"/>
            </a:lvl3pPr>
            <a:lvl4pPr>
              <a:buFont typeface="Wingdings" panose="05000000000000000000" pitchFamily="2" charset="2"/>
              <a:buChar char="§"/>
              <a:defRPr sz="1800"/>
            </a:lvl4pPr>
            <a:lvl5pP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  <a:endParaRPr lang="en-GB" dirty="0"/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6" name="Rectangle 5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Content – 4 column title, 4 images, 4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1354138" y="409575"/>
            <a:ext cx="8569680" cy="13779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Headline </a:t>
            </a:r>
            <a:endParaRPr lang="en-GB" dirty="0"/>
          </a:p>
          <a:p>
            <a:pPr lvl="0"/>
            <a:r>
              <a:rPr lang="en-GB" dirty="0"/>
              <a:t>UCL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GB" dirty="0"/>
          </a:p>
        </p:txBody>
      </p:sp>
      <p:sp>
        <p:nvSpPr>
          <p:cNvPr id="7" name="Picture Placeholder 6" descr="Add a clear, concise statement describing the main purpose of the image"/>
          <p:cNvSpPr>
            <a:spLocks noGrp="1"/>
          </p:cNvSpPr>
          <p:nvPr>
            <p:ph type="pic" sz="quarter" idx="13"/>
          </p:nvPr>
        </p:nvSpPr>
        <p:spPr>
          <a:xfrm>
            <a:off x="1354136" y="2185495"/>
            <a:ext cx="2445318" cy="17481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54135" y="4204795"/>
            <a:ext cx="2438375" cy="1242244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dirty="0"/>
              <a:t>Body text, </a:t>
            </a:r>
            <a:br>
              <a:rPr lang="en-GB" dirty="0"/>
            </a:br>
            <a:r>
              <a:rPr lang="en-GB" dirty="0"/>
              <a:t>UCL Sans Regular 18pt</a:t>
            </a:r>
            <a:endParaRPr lang="en-GB" dirty="0"/>
          </a:p>
        </p:txBody>
      </p:sp>
      <p:sp>
        <p:nvSpPr>
          <p:cNvPr id="28" name="Picture Placeholder 6" descr="Add a clear, concise statement describing the main purpose of the image"/>
          <p:cNvSpPr>
            <a:spLocks noGrp="1"/>
          </p:cNvSpPr>
          <p:nvPr>
            <p:ph type="pic" sz="quarter" idx="16"/>
          </p:nvPr>
        </p:nvSpPr>
        <p:spPr>
          <a:xfrm>
            <a:off x="4014597" y="2185495"/>
            <a:ext cx="2445318" cy="17481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7" hasCustomPrompt="1"/>
          </p:nvPr>
        </p:nvSpPr>
        <p:spPr>
          <a:xfrm>
            <a:off x="4014597" y="4204795"/>
            <a:ext cx="2445318" cy="12689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latin typeface="UCL Sans" pitchFamily="2" charset="77"/>
              </a:defRPr>
            </a:lvl1pPr>
            <a:lvl2pPr>
              <a:buNone/>
              <a:defRPr sz="1200" b="0" i="0">
                <a:latin typeface="UCL Sans" pitchFamily="2" charset="77"/>
              </a:defRPr>
            </a:lvl2pPr>
            <a:lvl3pPr>
              <a:buNone/>
              <a:defRPr sz="1200" b="0" i="0">
                <a:latin typeface="UCL Sans" pitchFamily="2" charset="77"/>
              </a:defRPr>
            </a:lvl3pPr>
            <a:lvl4pPr>
              <a:buNone/>
              <a:defRPr sz="1200" b="0" i="0">
                <a:latin typeface="UCL Sans" pitchFamily="2" charset="77"/>
              </a:defRPr>
            </a:lvl4pPr>
            <a:lvl5pPr>
              <a:buNone/>
              <a:defRPr sz="1200" b="0" i="0">
                <a:latin typeface="UCL Sans" pitchFamily="2" charset="77"/>
              </a:defRPr>
            </a:lvl5pPr>
          </a:lstStyle>
          <a:p>
            <a:pPr lvl="0"/>
            <a:r>
              <a:rPr lang="en-GB" dirty="0"/>
              <a:t>Body text, </a:t>
            </a:r>
            <a:br>
              <a:rPr lang="en-GB" dirty="0"/>
            </a:br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35" name="Picture Placeholder 6" descr="Add a clear, concise statement describing the main purpose of the image"/>
          <p:cNvSpPr>
            <a:spLocks noGrp="1"/>
          </p:cNvSpPr>
          <p:nvPr>
            <p:ph type="pic" sz="quarter" idx="20"/>
          </p:nvPr>
        </p:nvSpPr>
        <p:spPr>
          <a:xfrm>
            <a:off x="6675058" y="2185495"/>
            <a:ext cx="2445318" cy="17481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8" hasCustomPrompt="1"/>
          </p:nvPr>
        </p:nvSpPr>
        <p:spPr>
          <a:xfrm>
            <a:off x="6675058" y="4204795"/>
            <a:ext cx="2426413" cy="12422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latin typeface="UCL Sans" pitchFamily="2" charset="77"/>
              </a:defRPr>
            </a:lvl1pPr>
            <a:lvl2pPr>
              <a:buNone/>
              <a:defRPr sz="1200" b="0" i="0">
                <a:latin typeface="UCL Sans" pitchFamily="2" charset="77"/>
              </a:defRPr>
            </a:lvl2pPr>
            <a:lvl3pPr>
              <a:buNone/>
              <a:defRPr sz="1200" b="0" i="0">
                <a:latin typeface="UCL Sans" pitchFamily="2" charset="77"/>
              </a:defRPr>
            </a:lvl3pPr>
            <a:lvl4pPr>
              <a:buNone/>
              <a:defRPr sz="1200" b="0" i="0">
                <a:latin typeface="UCL Sans" pitchFamily="2" charset="77"/>
              </a:defRPr>
            </a:lvl4pPr>
            <a:lvl5pPr>
              <a:buNone/>
              <a:defRPr sz="1200" b="0" i="0">
                <a:latin typeface="UCL Sans" pitchFamily="2" charset="77"/>
              </a:defRPr>
            </a:lvl5pPr>
          </a:lstStyle>
          <a:p>
            <a:pPr lvl="0"/>
            <a:r>
              <a:rPr lang="en-GB" dirty="0"/>
              <a:t>Body text, </a:t>
            </a:r>
            <a:br>
              <a:rPr lang="en-GB" dirty="0"/>
            </a:br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36" name="Picture Placeholder 6" descr="Add a clear, concise statement describing the main purpose of the image"/>
          <p:cNvSpPr>
            <a:spLocks noGrp="1"/>
          </p:cNvSpPr>
          <p:nvPr>
            <p:ph type="pic" sz="quarter" idx="21"/>
          </p:nvPr>
        </p:nvSpPr>
        <p:spPr>
          <a:xfrm>
            <a:off x="9335520" y="2185495"/>
            <a:ext cx="2445318" cy="17481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9" hasCustomPrompt="1"/>
          </p:nvPr>
        </p:nvSpPr>
        <p:spPr>
          <a:xfrm>
            <a:off x="9320932" y="4204795"/>
            <a:ext cx="2459905" cy="1266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latin typeface="UCL Sans" pitchFamily="2" charset="77"/>
              </a:defRPr>
            </a:lvl1pPr>
            <a:lvl2pPr>
              <a:buNone/>
              <a:defRPr sz="1200" b="0" i="0">
                <a:latin typeface="UCL Sans" pitchFamily="2" charset="77"/>
              </a:defRPr>
            </a:lvl2pPr>
            <a:lvl3pPr>
              <a:buNone/>
              <a:defRPr sz="1200" b="0" i="0">
                <a:latin typeface="UCL Sans" pitchFamily="2" charset="77"/>
              </a:defRPr>
            </a:lvl3pPr>
            <a:lvl4pPr>
              <a:buNone/>
              <a:defRPr sz="1200" b="0" i="0">
                <a:latin typeface="UCL Sans" pitchFamily="2" charset="77"/>
              </a:defRPr>
            </a:lvl4pPr>
            <a:lvl5pPr>
              <a:buNone/>
              <a:defRPr sz="1200" b="0" i="0">
                <a:latin typeface="UCL Sans" pitchFamily="2" charset="77"/>
              </a:defRPr>
            </a:lvl5pPr>
          </a:lstStyle>
          <a:p>
            <a:pPr lvl="0"/>
            <a:r>
              <a:rPr lang="en-GB" dirty="0"/>
              <a:t>Body text, </a:t>
            </a:r>
            <a:br>
              <a:rPr lang="en-GB" dirty="0"/>
            </a:br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4" name="Rectangle 3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1993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Content – 2 column title, 1 subheading, 2 image/graphs/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354139" y="421180"/>
            <a:ext cx="4303112" cy="15609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Headline </a:t>
            </a:r>
            <a:endParaRPr lang="en-GB" dirty="0"/>
          </a:p>
          <a:p>
            <a:pPr lvl="0"/>
            <a:r>
              <a:rPr lang="en-GB" dirty="0"/>
              <a:t>UCL Sans </a:t>
            </a:r>
            <a:endParaRPr lang="en-GB" dirty="0"/>
          </a:p>
          <a:p>
            <a:pPr lvl="0"/>
            <a:r>
              <a:rPr lang="en-GB" dirty="0" err="1"/>
              <a:t>SemiBold</a:t>
            </a:r>
            <a:r>
              <a:rPr lang="en-GB" dirty="0"/>
              <a:t> 36pt</a:t>
            </a:r>
            <a:endParaRPr lang="en-GB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6096001" y="419192"/>
            <a:ext cx="5684838" cy="11285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1"/>
                </a:solidFill>
                <a:latin typeface="UCL Sans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Subheading text style, </a:t>
            </a:r>
            <a:endParaRPr lang="en-GB" dirty="0"/>
          </a:p>
          <a:p>
            <a:pPr lvl="0"/>
            <a:r>
              <a:rPr lang="en-GB" dirty="0"/>
              <a:t>UCL Sans regular 24pt</a:t>
            </a:r>
            <a:endParaRPr lang="en-GB" dirty="0"/>
          </a:p>
        </p:txBody>
      </p:sp>
      <p:sp>
        <p:nvSpPr>
          <p:cNvPr id="6" name="Content Placeholder 3"/>
          <p:cNvSpPr>
            <a:spLocks noGrp="1"/>
          </p:cNvSpPr>
          <p:nvPr>
            <p:ph sz="half" idx="1" hasCustomPrompt="1"/>
          </p:nvPr>
        </p:nvSpPr>
        <p:spPr>
          <a:xfrm>
            <a:off x="1354138" y="2422525"/>
            <a:ext cx="4303112" cy="302260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GB" dirty="0"/>
              <a:t>Space for graphs, images, charts</a:t>
            </a:r>
            <a:endParaRPr lang="en-US" dirty="0"/>
          </a:p>
        </p:txBody>
      </p:sp>
      <p:sp>
        <p:nvSpPr>
          <p:cNvPr id="7" name="Content Placeholder 5"/>
          <p:cNvSpPr>
            <a:spLocks noGrp="1"/>
          </p:cNvSpPr>
          <p:nvPr>
            <p:ph sz="half" idx="12" hasCustomPrompt="1"/>
          </p:nvPr>
        </p:nvSpPr>
        <p:spPr>
          <a:xfrm>
            <a:off x="6096000" y="2422525"/>
            <a:ext cx="5649921" cy="3022601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GB" dirty="0"/>
              <a:t>Space for graphs, images, charts</a:t>
            </a:r>
            <a:endParaRPr lang="en-US" dirty="0"/>
          </a:p>
          <a:p>
            <a:endParaRPr lang="en-US" dirty="0"/>
          </a:p>
        </p:txBody>
      </p:sp>
      <p:sp>
        <p:nvSpPr>
          <p:cNvPr id="11" name="Rectangle 10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8137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– full page image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 descr="Add a clear, concise statement describing the main purpose of the image"/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391438" y="0"/>
            <a:ext cx="1180056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8137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0890" y="6067187"/>
            <a:ext cx="1432605" cy="40211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GB" altLang="en-US"/>
              <a:t>Click to edit Master text styles</a:t>
            </a:r>
            <a:endParaRPr lang="en-GB" altLang="en-US"/>
          </a:p>
          <a:p>
            <a:pPr lvl="1"/>
            <a:r>
              <a:rPr lang="en-GB" altLang="en-US"/>
              <a:t>Second level</a:t>
            </a:r>
            <a:endParaRPr lang="en-GB" altLang="en-US"/>
          </a:p>
          <a:p>
            <a:pPr lvl="2"/>
            <a:r>
              <a:rPr lang="en-GB" altLang="en-US"/>
              <a:t>Third level</a:t>
            </a:r>
            <a:endParaRPr lang="en-GB" altLang="en-US"/>
          </a:p>
          <a:p>
            <a:pPr lvl="3"/>
            <a:r>
              <a:rPr lang="en-GB" altLang="en-US"/>
              <a:t>Fourth level</a:t>
            </a:r>
            <a:endParaRPr lang="en-GB" altLang="en-US"/>
          </a:p>
          <a:p>
            <a:pPr lvl="4"/>
            <a:r>
              <a:rPr lang="en-GB" altLang="en-US"/>
              <a:t>Fifth level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UCL Sans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UCL Sa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UCL Sa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UCL Sa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UCL Sa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UCL Sa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GB" altLang="en-US" dirty="0"/>
              <a:t>Click to edit Master text styles</a:t>
            </a:r>
            <a:endParaRPr lang="en-GB" altLang="en-US" dirty="0"/>
          </a:p>
          <a:p>
            <a:pPr lvl="1"/>
            <a:r>
              <a:rPr lang="en-GB" altLang="en-US" dirty="0"/>
              <a:t>Second level</a:t>
            </a:r>
            <a:endParaRPr lang="en-GB" altLang="en-US" dirty="0"/>
          </a:p>
          <a:p>
            <a:pPr lvl="2"/>
            <a:r>
              <a:rPr lang="en-GB" altLang="en-US" dirty="0"/>
              <a:t>Third level</a:t>
            </a:r>
            <a:endParaRPr lang="en-GB" altLang="en-US" dirty="0"/>
          </a:p>
          <a:p>
            <a:pPr lvl="3"/>
            <a:r>
              <a:rPr lang="en-GB" altLang="en-US" dirty="0"/>
              <a:t>Fourth level</a:t>
            </a:r>
            <a:endParaRPr lang="en-GB" altLang="en-US" dirty="0"/>
          </a:p>
          <a:p>
            <a:pPr lvl="4"/>
            <a:r>
              <a:rPr lang="en-GB" altLang="en-US" dirty="0"/>
              <a:t>Fifth level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UCL Sans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UCL Sa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UCL Sa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UCL Sa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UCL Sa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UCL Sa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2.emf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6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A couple of women standing on a balcony&#10;&#10;AI-generated content may be incorrect."/>
          <p:cNvPicPr>
            <a:picLocks noGrp="1" noChangeAspect="1"/>
          </p:cNvPicPr>
          <p:nvPr>
            <p:ph type="pic" idx="10"/>
          </p:nvPr>
        </p:nvPicPr>
        <p:blipFill>
          <a:blip r:embed="rId1"/>
          <a:srcRect t="7813" b="7813"/>
          <a:stretch>
            <a:fillRect/>
          </a:stretch>
        </p:blipFill>
        <p:spPr>
          <a:xfrm>
            <a:off x="-1588" y="0"/>
            <a:ext cx="12192001" cy="6858000"/>
          </a:xfrm>
        </p:spPr>
      </p:pic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 anchor="t"/>
          <a:lstStyle/>
          <a:p>
            <a:pPr algn="l">
              <a:defRPr sz="3600" b="1">
                <a:solidFill>
                  <a:srgbClr val="172554"/>
                </a:solidFill>
              </a:defRPr>
            </a:pPr>
            <a:r>
              <a:t>Teaching a Self-Driving Car</a:t>
            </a:r>
            <a:br/>
            <a:r>
              <a:t>to Cross Safely</a:t>
            </a:r>
            <a:endParaRPr lang="en-US" altLang="en-US"/>
          </a:p>
        </p:txBody>
      </p:sp>
      <p:sp>
        <p:nvSpPr>
          <p:cNvPr id="9" name="Rectangle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34676" y="4532"/>
            <a:ext cx="470692" cy="68534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t"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t>Jiaqi Xie</a:t>
            </a:r>
            <a:endParaRPr lang="en-US" altLang="en-GB">
              <a:latin typeface="UCL Sans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 wrap="square" anchor="t"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t>25027138</a:t>
            </a:r>
            <a:endParaRPr lang="en-US" altLang="en-GB">
              <a:latin typeface="UCL Sans"/>
            </a:endParaRPr>
          </a:p>
        </p:txBody>
      </p:sp>
      <p:pic>
        <p:nvPicPr>
          <p:cNvPr id="4" name="Picture 3" descr="UCL logo, University College Lond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625" y="5653541"/>
            <a:ext cx="2843213" cy="798059"/>
          </a:xfrm>
          <a:prstGeom prst="rect">
            <a:avLst/>
          </a:prstGeom>
        </p:spPr>
      </p:pic>
      <p:sp>
        <p:nvSpPr>
          <p:cNvPr id="8" name="Rectangle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87" y="0"/>
            <a:ext cx="4095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685800" y="4709160"/>
            <a:ext cx="1024128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73152"/>
          <a:lstStyle/>
          <a:p>
            <a:pPr algn="l">
              <a:defRPr sz="1600">
                <a:solidFill>
                  <a:srgbClr val="111827"/>
                </a:solidFill>
              </a:defRPr>
            </a:pPr>
            <a:r>
              <a:t>This project is about a simulated self-driving car at a junction. The car does not know exactly what another car will do, so it must look at several possible futures and choose a safe, smooth move.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latin typeface="UCL Sans SemiBold"/>
              </a:rPr>
              <a:t>Area of research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500">
                <a:solidFill>
                  <a:srgbClr val="4B5563"/>
                </a:solidFill>
              </a:defRPr>
            </a:pPr>
            <a:endParaRPr sz="1800">
              <a:sym typeface="+mn-ea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68680" y="4572000"/>
            <a:ext cx="475488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800" b="1">
                <a:solidFill>
                  <a:srgbClr val="172554"/>
                </a:solidFill>
              </a:defRPr>
            </a:pPr>
            <a:r>
              <a:t>Like crossing a road: look, think, then move.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73491" y="1417320"/>
            <a:ext cx="1126540" cy="4403750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3055924"/>
            <a:ext cx="4403750" cy="1126540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88505" y="3588471"/>
            <a:ext cx="460857" cy="51206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10220" y="3588471"/>
            <a:ext cx="460857" cy="51206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31936" y="3588471"/>
            <a:ext cx="460857" cy="51206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53651" y="3588471"/>
            <a:ext cx="460857" cy="51206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44537" y="3363163"/>
            <a:ext cx="798819" cy="409651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31936" y="1929384"/>
            <a:ext cx="563270" cy="56327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TV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87968" y="2492654"/>
            <a:ext cx="0" cy="972922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887968" y="2492654"/>
            <a:ext cx="0" cy="1433779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87968" y="2492654"/>
            <a:ext cx="0" cy="1894637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1188720"/>
            <a:ext cx="4572000" cy="50292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72554"/>
                </a:solidFill>
              </a:defRPr>
            </a:pPr>
            <a:r>
              <a:t>Main area: safe choices for self-driving cars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874519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827"/>
                </a:solidFill>
              </a:defRPr>
            </a:pPr>
            <a:r>
              <a:t>A car must decide when to go.</a:t>
            </a:r>
          </a:p>
          <a:p>
            <a:pPr>
              <a:spcAft>
                <a:spcPts val="600"/>
              </a:spcAft>
              <a:defRPr sz="1800">
                <a:solidFill>
                  <a:srgbClr val="111827"/>
                </a:solidFill>
              </a:defRPr>
            </a:pPr>
            <a:r>
              <a:t>Other cars may slow down, go straight, or turn.</a:t>
            </a:r>
          </a:p>
          <a:p>
            <a:pPr>
              <a:spcAft>
                <a:spcPts val="600"/>
              </a:spcAft>
              <a:defRPr sz="1800">
                <a:solidFill>
                  <a:srgbClr val="111827"/>
                </a:solidFill>
              </a:defRPr>
            </a:pPr>
            <a:r>
              <a:t>I test this problem in the CARLA simulator.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977639"/>
            <a:ext cx="5212080" cy="96012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73152"/>
          <a:lstStyle/>
          <a:p>
            <a:pPr algn="l">
              <a:defRPr sz="1500">
                <a:solidFill>
                  <a:srgbClr val="111827"/>
                </a:solidFill>
              </a:defRPr>
            </a:pPr>
            <a:r>
              <a:t>In simple words, I am studying how a car can cross a busy junction without being too brave or too scared. The car should move forward, but only when the possible futures of nearby cars look safe enough.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latin typeface="UCL Sans SemiBold"/>
              </a:rPr>
              <a:t>Problem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40783" y="1196100"/>
            <a:ext cx="7239393" cy="3528300"/>
          </a:xfrm>
        </p:spPr>
        <p:txBody>
          <a:bodyPr/>
          <a:lstStyle/>
          <a:p>
            <a:r>
              <a:rPr>
                <a:sym typeface="+mn-ea"/>
              </a:rPr>
              <a:t>One guess is not enough</a:t>
            </a:r>
            <a:endParaRPr>
              <a:sym typeface="+mn-ea"/>
            </a:endParaRPr>
          </a:p>
          <a:p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1076960" y="2052320"/>
            <a:ext cx="4297680" cy="502920"/>
          </a:xfrm>
          <a:prstGeom prst="round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700" b="1">
                <a:solidFill>
                  <a:srgbClr val="DC2626"/>
                </a:solidFill>
              </a:defRPr>
            </a:pPr>
            <a:r>
              <a:t>One guessed future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62760" y="2875280"/>
            <a:ext cx="2834640" cy="658368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37080" y="2994152"/>
            <a:ext cx="822960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5840" y="2994152"/>
            <a:ext cx="594360" cy="38404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TV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40200" y="3177032"/>
            <a:ext cx="731520" cy="0"/>
          </a:xfrm>
          <a:prstGeom prst="line">
            <a:avLst/>
          </a:prstGeom>
          <a:ln w="381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25600" y="3881120"/>
            <a:ext cx="3108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t>Too confident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54800" y="2052320"/>
            <a:ext cx="4297680" cy="50292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700" b="1">
                <a:solidFill>
                  <a:srgbClr val="172554"/>
                </a:solidFill>
              </a:defRPr>
            </a:pPr>
            <a:r>
              <a:t>Several possible futures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40600" y="2875280"/>
            <a:ext cx="2834640" cy="658368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14920" y="2994152"/>
            <a:ext cx="822960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23680" y="2994152"/>
            <a:ext cx="594360" cy="38404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TV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718040" y="2646680"/>
            <a:ext cx="685800" cy="530352"/>
          </a:xfrm>
          <a:prstGeom prst="line">
            <a:avLst/>
          </a:prstGeom>
          <a:ln w="381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718040" y="3177032"/>
            <a:ext cx="777240" cy="0"/>
          </a:xfrm>
          <a:prstGeom prst="line">
            <a:avLst/>
          </a:prstGeom>
          <a:ln w="381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718040" y="3177032"/>
            <a:ext cx="685800" cy="521208"/>
          </a:xfrm>
          <a:prstGeom prst="line">
            <a:avLst/>
          </a:prstGeom>
          <a:ln w="381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77760" y="3881120"/>
            <a:ext cx="3108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More careful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729480"/>
            <a:ext cx="8595360" cy="68580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800" b="1">
                <a:solidFill>
                  <a:srgbClr val="172554"/>
                </a:solidFill>
              </a:defRPr>
            </a:pPr>
            <a:r>
              <a:t>The challenge: choose a move that is safe for many possible futures.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92040"/>
            <a:ext cx="102412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73152"/>
          <a:lstStyle/>
          <a:p>
            <a:pPr algn="l">
              <a:defRPr sz="1500">
                <a:solidFill>
                  <a:srgbClr val="111827"/>
                </a:solidFill>
              </a:defRPr>
            </a:pPr>
            <a:r>
              <a:t>The problem is uncertainty. If the self-driving car only trusts one guessed path, it may make a risky decision. A safer car should think about several possible futures, just like a person checks both directions before crossing a road.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latin typeface="UCL Sans SemiBold"/>
              </a:rPr>
              <a:t>Significance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40783" y="1154825"/>
            <a:ext cx="7239393" cy="3528300"/>
          </a:xfrm>
        </p:spPr>
        <p:txBody>
          <a:bodyPr/>
          <a:lstStyle/>
          <a:p>
            <a:pPr>
              <a:defRPr sz="1500">
                <a:solidFill>
                  <a:srgbClr val="4B5563"/>
                </a:solidFill>
              </a:defRPr>
            </a:pPr>
            <a:r>
              <a:rPr sz="1800">
                <a:sym typeface="+mn-ea"/>
              </a:rPr>
              <a:t>A good car should be safe, not stuck, and not uncomfortable</a:t>
            </a:r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2560320" cy="109728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2800" b="1">
                <a:solidFill>
                  <a:srgbClr val="172554"/>
                </a:solidFill>
              </a:defRPr>
            </a:pPr>
            <a:r>
              <a:t>Safe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828800"/>
            <a:ext cx="256032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2800" b="1">
                <a:solidFill>
                  <a:srgbClr val="172554"/>
                </a:solidFill>
              </a:defRPr>
            </a:pPr>
            <a:r>
              <a:t>Keep moving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828800"/>
            <a:ext cx="2560320" cy="1097280"/>
          </a:xfrm>
          <a:prstGeom prst="roundRect">
            <a:avLst/>
          </a:prstGeom>
          <a:solidFill>
            <a:srgbClr val="FFEDD5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2800" b="1">
                <a:solidFill>
                  <a:srgbClr val="172554"/>
                </a:solidFill>
              </a:defRPr>
            </a:pPr>
            <a:r>
              <a:t>Smooth 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49039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900"/>
              </a:spcAft>
              <a:defRPr sz="2200">
                <a:solidFill>
                  <a:srgbClr val="111827"/>
                </a:solidFill>
              </a:defRPr>
            </a:pPr>
            <a:r>
              <a:t>Too brave: possible crash.</a:t>
            </a:r>
          </a:p>
          <a:p>
            <a:pPr marL="0">
              <a:spcAft>
                <a:spcPts val="900"/>
              </a:spcAft>
              <a:defRPr sz="2200">
                <a:solidFill>
                  <a:srgbClr val="111827"/>
                </a:solidFill>
              </a:defRPr>
            </a:pPr>
            <a:r>
              <a:t>Too scared: the car may stop and block traffic.</a:t>
            </a:r>
          </a:p>
          <a:p>
            <a:pPr marL="0">
              <a:spcAft>
                <a:spcPts val="900"/>
              </a:spcAft>
              <a:defRPr sz="2200">
                <a:solidFill>
                  <a:srgbClr val="111827"/>
                </a:solidFill>
              </a:defRPr>
            </a:pPr>
            <a:r>
              <a:t>Too rough: passengers feel uncomfortable.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00600"/>
            <a:ext cx="10058400" cy="86868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73152"/>
          <a:lstStyle/>
          <a:p>
            <a:pPr algn="l">
              <a:defRPr sz="1500">
                <a:solidFill>
                  <a:srgbClr val="111827"/>
                </a:solidFill>
              </a:defRPr>
            </a:pPr>
            <a:r>
              <a:t>This matters because real junctions are busy and confusing. A good autonomous car must balance three simple goals: avoid danger, keep moving, and make the ride feel smooth for passengers.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UCL Sans SemiBold"/>
              </a:rPr>
              <a:t>State of the art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40783" y="1916825"/>
            <a:ext cx="7239393" cy="35283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840480" cy="502920"/>
          </a:xfrm>
          <a:prstGeom prst="roundRect">
            <a:avLst/>
          </a:prstGeom>
          <a:solidFill>
            <a:srgbClr val="FFEDD5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72554"/>
                </a:solidFill>
              </a:defRPr>
            </a:pPr>
            <a:r>
              <a:t>What existing methods often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297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11827"/>
                </a:solidFill>
              </a:defRPr>
            </a:pPr>
            <a:r>
              <a:t>Some planners follow one predicted path.</a:t>
            </a:r>
          </a:p>
          <a:p>
            <a:pPr>
              <a:spcAft>
                <a:spcPts val="600"/>
              </a:spcAft>
              <a:defRPr sz="1700">
                <a:solidFill>
                  <a:srgbClr val="111827"/>
                </a:solidFill>
              </a:defRPr>
            </a:pPr>
            <a:r>
              <a:t>Learning models can show many possible futures.</a:t>
            </a:r>
          </a:p>
          <a:p>
            <a:pPr>
              <a:spcAft>
                <a:spcPts val="600"/>
              </a:spcAft>
              <a:defRPr sz="1700">
                <a:solidFill>
                  <a:srgbClr val="111827"/>
                </a:solidFill>
              </a:defRPr>
            </a:pPr>
            <a:r>
              <a:t>The hard part is using these futures safely.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3840480" cy="50292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72554"/>
                </a:solidFill>
              </a:defRPr>
            </a:pPr>
            <a:r>
              <a:t>Paper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4297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11827"/>
                </a:solidFill>
              </a:defRPr>
            </a:pPr>
            <a:r>
              <a:t>Use several predicted futures.</a:t>
            </a:r>
          </a:p>
          <a:p>
            <a:pPr>
              <a:spcAft>
                <a:spcPts val="600"/>
              </a:spcAft>
              <a:defRPr sz="1700">
                <a:solidFill>
                  <a:srgbClr val="111827"/>
                </a:solidFill>
              </a:defRPr>
            </a:pPr>
            <a:r>
              <a:t>Give each future a safety budget.</a:t>
            </a:r>
          </a:p>
          <a:p>
            <a:pPr>
              <a:spcAft>
                <a:spcPts val="600"/>
              </a:spcAft>
              <a:defRPr sz="1700">
                <a:solidFill>
                  <a:srgbClr val="111827"/>
                </a:solidFill>
              </a:defRPr>
            </a:pPr>
            <a:r>
              <a:t>Re-plan again at every step.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434840"/>
            <a:ext cx="10058400" cy="100584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73152"/>
          <a:lstStyle/>
          <a:p>
            <a:pPr algn="l">
              <a:defRPr sz="1500">
                <a:solidFill>
                  <a:srgbClr val="111827"/>
                </a:solidFill>
              </a:defRPr>
            </a:pPr>
            <a:r>
              <a:t>The paper I am reproducing connects prediction and control. Instead of treating prediction as one fixed line, it lets the car see multiple possible futures and then uses a careful planner to choose an action that keeps risk 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latin typeface="UCL Sans SemiBold"/>
              </a:rPr>
              <a:t>Hypothesis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40783" y="1916825"/>
            <a:ext cx="7239393" cy="35283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2926080" cy="54864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72554"/>
                </a:solidFill>
              </a:defRPr>
            </a:pPr>
            <a:r>
              <a:t>My test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78408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300" b="1">
                <a:solidFill>
                  <a:srgbClr val="172554"/>
                </a:solidFill>
              </a:defRPr>
            </a:pPr>
            <a:r>
              <a:t>If the car plans with several possible futures, it should cross the junction more safely than a weaker planner.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2926080" cy="50292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72554"/>
                </a:solidFill>
              </a:defRPr>
            </a:pPr>
            <a:r>
              <a:t>How I test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827"/>
                </a:solidFill>
              </a:defRPr>
            </a:pPr>
            <a:r>
              <a:t>Compare the main careful planner with simpler baselines.</a:t>
            </a:r>
          </a:p>
          <a:p>
            <a:pPr>
              <a:spcAft>
                <a:spcPts val="600"/>
              </a:spcAft>
              <a:defRPr sz="1800">
                <a:solidFill>
                  <a:srgbClr val="111827"/>
                </a:solidFill>
              </a:defRPr>
            </a:pPr>
            <a:r>
              <a:t>Measure whether the car finishes, keeps distance, and moves smoothly.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983480"/>
            <a:ext cx="10058400" cy="77724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73152"/>
          <a:lstStyle/>
          <a:p>
            <a:pPr algn="l">
              <a:defRPr sz="1500">
                <a:solidFill>
                  <a:srgbClr val="111827"/>
                </a:solidFill>
              </a:defRPr>
            </a:pPr>
            <a:r>
              <a:t>For this midterm stage, the goal is not to claim the final answer. The goal is to show that the experiment pipeline works and that the main planners can complete a small pilot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latin typeface="UCL Sans SemiBold"/>
              </a:rPr>
              <a:t>Execution plan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40783" y="1916825"/>
            <a:ext cx="7239393" cy="35283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417320" cy="685800"/>
          </a:xfrm>
          <a:prstGeom prst="roundRect">
            <a:avLst/>
          </a:prstGeom>
          <a:solidFill>
            <a:srgbClr val="F3F4F6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72554"/>
                </a:solidFill>
              </a:defRPr>
            </a:pPr>
            <a:r>
              <a:t>Scenario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1764792"/>
            <a:ext cx="365760" cy="0"/>
          </a:xfrm>
          <a:prstGeom prst="line">
            <a:avLst/>
          </a:prstGeom>
          <a:ln w="2540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514600" y="1417320"/>
            <a:ext cx="1417320" cy="68580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72554"/>
                </a:solidFill>
              </a:defRPr>
            </a:pPr>
            <a:r>
              <a:t>Simulator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1764792"/>
            <a:ext cx="365760" cy="0"/>
          </a:xfrm>
          <a:prstGeom prst="line">
            <a:avLst/>
          </a:prstGeom>
          <a:ln w="2540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80560" y="1417320"/>
            <a:ext cx="1417320" cy="685800"/>
          </a:xfrm>
          <a:prstGeom prst="roundRect">
            <a:avLst/>
          </a:prstGeom>
          <a:solidFill>
            <a:srgbClr val="FFEDD5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72554"/>
                </a:solidFill>
              </a:defRPr>
            </a:pPr>
            <a:r>
              <a:t>Possible</a:t>
            </a:r>
            <a:br/>
            <a:r>
              <a:t>futures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97880" y="1764792"/>
            <a:ext cx="365760" cy="0"/>
          </a:xfrm>
          <a:prstGeom prst="line">
            <a:avLst/>
          </a:prstGeom>
          <a:ln w="2540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46520" y="1417320"/>
            <a:ext cx="1417320" cy="68580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72554"/>
                </a:solidFill>
              </a:defRPr>
            </a:pPr>
            <a:r>
              <a:t>Safe</a:t>
            </a:r>
            <a:br/>
            <a:r>
              <a:t>planner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63840" y="1764792"/>
            <a:ext cx="365760" cy="0"/>
          </a:xfrm>
          <a:prstGeom prst="line">
            <a:avLst/>
          </a:prstGeom>
          <a:ln w="2540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12480" y="1417320"/>
            <a:ext cx="1417320" cy="68580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72554"/>
                </a:solidFill>
              </a:defRPr>
            </a:pPr>
            <a:r>
              <a:t>Action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29800" y="1764792"/>
            <a:ext cx="365759" cy="0"/>
          </a:xfrm>
          <a:prstGeom prst="line">
            <a:avLst/>
          </a:prstGeom>
          <a:ln w="2540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58400" y="1417320"/>
            <a:ext cx="1417320" cy="685800"/>
          </a:xfrm>
          <a:prstGeom prst="roundRect">
            <a:avLst/>
          </a:prstGeom>
          <a:solidFill>
            <a:srgbClr val="F3F4F6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72554"/>
                </a:solidFill>
              </a:defRPr>
            </a:pPr>
            <a:r>
              <a:t>Results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60120" y="2880360"/>
          <a:ext cx="8595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0624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 marL="36576" marR="36576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 do</a:t>
                      </a:r>
                    </a:p>
                  </a:txBody>
                  <a:tcPr marL="36576" marR="36576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 marL="36576" marR="36576" anchor="ctr">
                    <a:solidFill>
                      <a:srgbClr val="1725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Now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Run pilot tests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Videos + result tables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Next</a:t>
                      </a:r>
                    </a:p>
                  </a:txBody>
                  <a:tcPr marL="36576" marR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Improve path and reliability</a:t>
                      </a:r>
                    </a:p>
                  </a:txBody>
                  <a:tcPr marL="36576" marR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Cleaner trajectories</a:t>
                      </a:r>
                    </a:p>
                  </a:txBody>
                  <a:tcPr marL="36576" marR="36576" anchor="ctr"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Later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Run more tests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Thesis-ready results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914400" y="5074920"/>
            <a:ext cx="10058400" cy="73152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73152"/>
          <a:lstStyle/>
          <a:p>
            <a:pPr algn="l">
              <a:defRPr sz="1500">
                <a:solidFill>
                  <a:srgbClr val="111827"/>
                </a:solidFill>
              </a:defRPr>
            </a:pPr>
            <a:r>
              <a:t>My current plan is step-by-step: first make the small junction experiment reliable, then tune the controller, and finally scale up to more starting points and more comparisons.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latin typeface="UCL Sans SemiBold"/>
              </a:rPr>
              <a:t>Risk analysis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40783" y="1916825"/>
            <a:ext cx="7239393" cy="3528300"/>
          </a:xfrm>
        </p:spPr>
        <p:txBody>
          <a:bodyPr/>
          <a:lstStyle/>
          <a:p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325880"/>
          <a:ext cx="81381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3108960"/>
              </a:tblGrid>
              <a:tr h="4297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 marL="36576" marR="36576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 marL="36576" marR="36576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My response</a:t>
                      </a:r>
                    </a:p>
                  </a:txBody>
                  <a:tcPr marL="36576" marR="36576" anchor="ctr">
                    <a:solidFill>
                      <a:srgbClr val="17255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Simulator is slow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Experiments take time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Run small pilots first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Planner fails</a:t>
                      </a:r>
                    </a:p>
                  </a:txBody>
                  <a:tcPr marL="36576" marR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Car may not move safely</a:t>
                      </a:r>
                    </a:p>
                  </a:txBody>
                  <a:tcPr marL="36576" marR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Save debug files</a:t>
                      </a:r>
                    </a:p>
                  </a:txBody>
                  <a:tcPr marL="36576" marR="36576" anchor="ctr">
                    <a:solidFill>
                      <a:srgbClr val="F3F4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Path is not neat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Results look weak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Tune tracking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Too few tests</a:t>
                      </a:r>
                    </a:p>
                  </a:txBody>
                  <a:tcPr marL="36576" marR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Claims are not strong</a:t>
                      </a:r>
                    </a:p>
                  </a:txBody>
                  <a:tcPr marL="36576" marR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Scale gradually</a:t>
                      </a:r>
                    </a:p>
                  </a:txBody>
                  <a:tcPr marL="36576" marR="36576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68680" y="4663440"/>
            <a:ext cx="10241280" cy="960120"/>
          </a:xfrm>
          <a:prstGeom prst="roundRect">
            <a:avLst/>
          </a:prstGeom>
          <a:solidFill>
            <a:srgbClr val="FFEDD5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73152"/>
          <a:lstStyle/>
          <a:p>
            <a:pPr algn="l">
              <a:defRPr sz="1500">
                <a:solidFill>
                  <a:srgbClr val="111827"/>
                </a:solidFill>
              </a:defRPr>
            </a:pPr>
            <a:r>
              <a:t>The biggest risk is not only whether the car can finish once. I also need to show that it can finish reliably, with a reasonable path, across more starting conditions. This is why I am using small pilots before full experiments.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group of people on a staircase&#10;&#10;AI-generated content may be incorrect."/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3"/>
          </p:nvPr>
        </p:nvPicPr>
        <p:blipFill>
          <a:blip r:embed="rId1"/>
          <a:srcRect t="7707" b="7707"/>
          <a:stretch>
            <a:fillRect/>
          </a:stretch>
        </p:blipFill>
        <p:spPr/>
      </p:pic>
      <p:pic>
        <p:nvPicPr>
          <p:cNvPr id="7" name="Picture 6"/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14400" y="1143000"/>
            <a:ext cx="2194560" cy="54864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72554"/>
                </a:solidFill>
              </a:defRPr>
            </a:pPr>
            <a: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9784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11827"/>
                </a:solidFill>
              </a:defRPr>
            </a:pPr>
            <a:r>
              <a:t>The CARLA reproduction pipeline is working.</a:t>
            </a:r>
          </a:p>
          <a:p>
            <a:pPr>
              <a:spcAft>
                <a:spcPts val="600"/>
              </a:spcAft>
              <a:defRPr sz="2200">
                <a:solidFill>
                  <a:srgbClr val="111827"/>
                </a:solidFill>
              </a:defRPr>
            </a:pPr>
            <a:r>
              <a:t>A five-start pilot test has been completed.</a:t>
            </a:r>
          </a:p>
          <a:p>
            <a:pPr>
              <a:spcAft>
                <a:spcPts val="600"/>
              </a:spcAft>
              <a:defRPr sz="2200">
                <a:solidFill>
                  <a:srgbClr val="111827"/>
                </a:solidFill>
              </a:defRPr>
            </a:pPr>
            <a:r>
              <a:t>The car can cross the junction in the current experiments.</a:t>
            </a:r>
          </a:p>
          <a:p>
            <a:pPr>
              <a:spcAft>
                <a:spcPts val="600"/>
              </a:spcAft>
              <a:defRPr sz="2200">
                <a:solidFill>
                  <a:srgbClr val="111827"/>
                </a:solidFill>
              </a:defRPr>
            </a:pPr>
            <a:r>
              <a:t>Next: make the path cleaner, reduce rare failures, and test more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709160"/>
            <a:ext cx="10058400" cy="82296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73152"/>
          <a:lstStyle/>
          <a:p>
            <a:pPr algn="l">
              <a:defRPr sz="1600">
                <a:solidFill>
                  <a:srgbClr val="111827"/>
                </a:solidFill>
              </a:defRPr>
            </a:pPr>
            <a:r>
              <a:t>In one sentence: I have built the experiment and obtained early results, but I still need to make the driving behaviour cleaner and collect stronger evidence before the final dissertation.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L Slides templates - Simple theme">
  <a:themeElements>
    <a:clrScheme name="UCL Colours Theme">
      <a:dk1>
        <a:srgbClr val="000000"/>
      </a:dk1>
      <a:lt1>
        <a:srgbClr val="FAFAFA"/>
      </a:lt1>
      <a:dk2>
        <a:srgbClr val="000000"/>
      </a:dk2>
      <a:lt2>
        <a:srgbClr val="E8E8E8"/>
      </a:lt2>
      <a:accent1>
        <a:srgbClr val="3A1857"/>
      </a:accent1>
      <a:accent2>
        <a:srgbClr val="993AFF"/>
      </a:accent2>
      <a:accent3>
        <a:srgbClr val="B982FF"/>
      </a:accent3>
      <a:accent4>
        <a:srgbClr val="DDBDFF"/>
      </a:accent4>
      <a:accent5>
        <a:srgbClr val="EEDEFF"/>
      </a:accent5>
      <a:accent6>
        <a:srgbClr val="30D6FF"/>
      </a:accent6>
      <a:hlink>
        <a:srgbClr val="3A1857"/>
      </a:hlink>
      <a:folHlink>
        <a:srgbClr val="993AFF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CL Slides templates - Complex design theme">
  <a:themeElements>
    <a:clrScheme name="UCL Colours Theme">
      <a:dk1>
        <a:srgbClr val="000000"/>
      </a:dk1>
      <a:lt1>
        <a:srgbClr val="FAFAFA"/>
      </a:lt1>
      <a:dk2>
        <a:srgbClr val="000000"/>
      </a:dk2>
      <a:lt2>
        <a:srgbClr val="E8E8E8"/>
      </a:lt2>
      <a:accent1>
        <a:srgbClr val="3A1857"/>
      </a:accent1>
      <a:accent2>
        <a:srgbClr val="993AFF"/>
      </a:accent2>
      <a:accent3>
        <a:srgbClr val="B982FF"/>
      </a:accent3>
      <a:accent4>
        <a:srgbClr val="DDBDFF"/>
      </a:accent4>
      <a:accent5>
        <a:srgbClr val="EEDEFF"/>
      </a:accent5>
      <a:accent6>
        <a:srgbClr val="30D6FF"/>
      </a:accent6>
      <a:hlink>
        <a:srgbClr val="3A1857"/>
      </a:hlink>
      <a:folHlink>
        <a:srgbClr val="993AFF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contentTypeID="0x010100A12A0662030DBC4F99C1FA9D93D14A4C" ma:_="" ma:contentTypeName="Document" ma:contentTypeVersion="" ma:contentTypeScope="" ma:versionID="601ee87aba0edee35dd0bd1031319f69" ma:contentTypeDescription="Create a new document.">
  <xsd:schema xmlns:xsd="http://www.w3.org/2001/XMLSchema" xmlns:xs="http://www.w3.org/2001/XMLSchema" xmlns:p="http://schemas.microsoft.com/office/2006/metadata/properties" xmlns:ns2="1d368349-1023-48e7-96c9-f9d028f6f0fb" xmlns:ns3="1aa119c2-5735-4356-91ec-0ca074bf9097" xmlns:ns4="32f397aa-99c0-43f4-9b94-7b5d785faf95" ns2:_="" ns4:_="" targetNamespace="http://schemas.microsoft.com/office/2006/metadata/properties" ma:fieldsID="ceaa2ff74debb88eeec5ab219e85c5f9" ns3:_="" ma:root="true">
    <xsd:import namespace="1d368349-1023-48e7-96c9-f9d028f6f0fb"/>
    <xsd:import namespace="1aa119c2-5735-4356-91ec-0ca074bf9097"/>
    <xsd:import namespace="32f397aa-99c0-43f4-9b94-7b5d785faf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xmlns:xs="http://www.w3.org/2001/XMLSchema" xmlns:pc="http://schemas.microsoft.com/office/infopath/2007/PartnerControls" elementFormDefault="qualified" targetNamespace="1d368349-1023-48e7-96c9-f9d028f6f0fb">
    <xsd:import namespace="http://schemas.microsoft.com/office/2006/documentManagement/types"/>
    <xsd:import namespace="http://schemas.microsoft.com/office/infopath/2007/PartnerControls"/>
    <xsd:element ma:internalName="MediaServiceMetadata" nillable="true" ma:hidden="true" ma:readOnly="true" name="MediaServiceMetadata" ma:displayName="MediaServiceMetadata" ma:index="8">
      <xsd:simpleType>
        <xsd:restriction base="dms:Note"/>
      </xsd:simpleType>
    </xsd:element>
    <xsd:element ma:internalName="MediaServiceFastMetadata" nillable="true" ma:hidden="true" ma:readOnly="true" name="MediaServiceFastMetadata" ma:displayName="MediaServiceFastMetadata" ma:index="9">
      <xsd:simpleType>
        <xsd:restriction base="dms:Note"/>
      </xsd:simpleType>
    </xsd:element>
    <xsd:element ma:internalName="MediaServiceAutoKeyPoints" nillable="true" ma:hidden="true" ma:readOnly="true" name="MediaServiceAutoKeyPoints" ma:displayName="MediaServiceAutoKeyPoints" ma:index="10">
      <xsd:simpleType>
        <xsd:restriction base="dms:Note"/>
      </xsd:simpleType>
    </xsd:element>
    <xsd:element ma:internalName="MediaServiceKeyPoints" nillable="true" ma:readOnly="true" name="MediaServiceKeyPoints" ma:displayName="KeyPoints" ma:index="11">
      <xsd:simpleType>
        <xsd:restriction base="dms:Note">
          <xsd:maxLength value="255"/>
        </xsd:restriction>
      </xsd:simpleType>
    </xsd:element>
    <xsd:element ma:internalName="MediaServiceAutoTags" nillable="true" ma:readOnly="true" name="MediaServiceAutoTags" ma:displayName="Tags" ma:index="12">
      <xsd:simpleType>
        <xsd:restriction base="dms:Text"/>
      </xsd:simpleType>
    </xsd:element>
    <xsd:element ma:internalName="MediaServiceOCR" nillable="true" ma:readOnly="true" name="MediaServiceOCR" ma:displayName="Extracted Text" ma:index="13">
      <xsd:simpleType>
        <xsd:restriction base="dms:Note">
          <xsd:maxLength value="255"/>
        </xsd:restriction>
      </xsd:simpleType>
    </xsd:element>
    <xsd:element ma:internalName="MediaServiceGenerationTime" nillable="true" ma:hidden="true" ma:readOnly="true" name="MediaServiceGenerationTime" ma:displayName="MediaServiceGenerationTime" ma:index="14">
      <xsd:simpleType>
        <xsd:restriction base="dms:Text"/>
      </xsd:simpleType>
    </xsd:element>
    <xsd:element ma:internalName="MediaServiceEventHashCode" nillable="true" ma:hidden="true" ma:readOnly="true" name="MediaServiceEventHashCode" ma:displayName="MediaServiceEventHashCode" ma:index="15">
      <xsd:simpleType>
        <xsd:restriction base="dms:Text"/>
      </xsd:simpleType>
    </xsd:element>
    <xsd:element ma:internalName="MediaServiceDateTaken" nillable="true" ma:hidden="true" ma:readOnly="true" name="MediaServiceDateTaken" ma:displayName="MediaServiceDateTaken" ma:index="16">
      <xsd:simpleType>
        <xsd:restriction base="dms:Text"/>
      </xsd:simpleType>
    </xsd:element>
    <xsd:element ma:internalName="MediaServiceLocation" nillable="true" ma:readOnly="true" name="MediaServiceLocation" ma:displayName="Location" ma:index="19">
      <xsd:simpleType>
        <xsd:restriction base="dms:Text"/>
      </xsd:simpleType>
    </xsd:element>
    <xsd:element ma:internalName="MediaLengthInSeconds" nillable="true" ma:hidden="true" ma:readOnly="true" name="MediaLengthInSeconds" ma:displayName="MediaLengthInSeconds" ma:index="20">
      <xsd:simpleType>
        <xsd:restriction base="dms:Unknown"/>
      </xsd:simpleType>
    </xsd:element>
    <xsd:element ma:taxonomy="true" ma:isKeyword="false" ma:internalName="lcf76f155ced4ddcb4097134ff3c332f" ma:termSetId="09814cd3-568e-fe90-9814-8d621ff8fb84" ma:taxonomyMulti="true" ma:fieldId="{5cf76f15-5ced-4ddc-b409-7134ff3c332f}" ma:taxonomyFieldName="MediaServiceImageTags" ma:open="true" nillable="true" ma:anchorId="fba54fb3-c3e1-fe81-a776-ca4b69148c4d" ma:readOnly="false" ma:sspId="579a89b1-2c2c-4f7f-9bd7-7914fb13a02b" name="lcf76f155ced4ddcb4097134ff3c332f" ma:displayName="Image Tags" ma:index="22">
      <xsd:complexType>
        <xsd:sequence>
          <xsd:element maxOccurs="1" ref="pc:Terms" minOccurs="0"/>
        </xsd:sequence>
      </xsd:complexType>
    </xsd:element>
    <xsd:element ma:internalName="MediaServiceObjectDetectorVersions" ma:indexed="true" nillable="true" ma:hidden="true" ma:readOnly="true" name="MediaServiceObjectDetectorVersions" ma:displayName="MediaServiceObjectDetectorVersions" ma:index="24">
      <xsd:simpleType>
        <xsd:restriction base="dms:Text"/>
      </xsd:simpleType>
    </xsd:element>
    <xsd:element ma:internalName="MediaServiceSearchProperties" nillable="true" ma:hidden="true" ma:readOnly="true" name="MediaServiceSearchProperties" ma:displayName="MediaServiceSearchProperties" ma:index="25">
      <xsd:simpleType>
        <xsd:restriction base="dms:Note"/>
      </xsd:simpleType>
    </xsd:element>
  </xsd:schema>
  <xsd:schema xmlns:xsd="http://www.w3.org/2001/XMLSchema" xmlns:dms="http://schemas.microsoft.com/office/2006/documentManagement/types" xmlns:xs="http://www.w3.org/2001/XMLSchema" xmlns:pc="http://schemas.microsoft.com/office/infopath/2007/PartnerControls" elementFormDefault="qualified" targetNamespace="1aa119c2-5735-4356-91ec-0ca074bf9097">
    <xsd:import namespace="http://schemas.microsoft.com/office/2006/documentManagement/types"/>
    <xsd:import namespace="http://schemas.microsoft.com/office/infopath/2007/PartnerControls"/>
    <xsd:element ma:internalName="SharedWithUsers" nillable="true" ma:readOnly="true" name="SharedWithUsers" ma:displayName="Shared With" ma:index="17">
      <xsd:complexType>
        <xsd:complexContent>
          <xsd:extension base="dms:UserMulti">
            <xsd:sequence>
              <xsd:element maxOccurs="unbounded" minOccurs="0" name="UserInfo">
                <xsd:complexType>
                  <xsd:sequence>
                    <xsd:element minOccurs="0" type="xsd:string" name="DisplayName"/>
                    <xsd:element minOccurs="0" type="dms:UserId" nillable="true" name="AccountId"/>
                    <xsd:element minOccurs="0" type="xsd:string" name="AccountType"/>
                  </xsd:sequence>
                </xsd:complexType>
              </xsd:element>
            </xsd:sequence>
          </xsd:extension>
        </xsd:complexContent>
      </xsd:complexType>
    </xsd:element>
    <xsd:element ma:internalName="SharedWithDetails" nillable="true" ma:readOnly="true" name="SharedWithDetails" ma:displayName="Shared With Details" ma:index="18">
      <xsd:simpleType>
        <xsd:restriction base="dms:Note">
          <xsd:maxLength value="255"/>
        </xsd:restriction>
      </xsd:simpleType>
    </xsd:element>
  </xsd:schema>
  <xsd:schema xmlns:xsd="http://www.w3.org/2001/XMLSchema" xmlns:dms="http://schemas.microsoft.com/office/2006/documentManagement/types" xmlns:xs="http://www.w3.org/2001/XMLSchema" xmlns:pc="http://schemas.microsoft.com/office/infopath/2007/PartnerControls" elementFormDefault="qualified" targetNamespace="32f397aa-99c0-43f4-9b94-7b5d785faf95">
    <xsd:import namespace="http://schemas.microsoft.com/office/2006/documentManagement/types"/>
    <xsd:import namespace="http://schemas.microsoft.com/office/infopath/2007/PartnerControls"/>
    <xsd:element ma:internalName="TaxCatchAll" ma:list="{d117ceb8-fbd8-4cd5-a93e-9fc1393353fc}" nillable="true" ma:hidden="true" name="TaxCatchAll" ma:displayName="Taxonomy Catch All Column" ma:showField="CatchAllData" ma:web="32f397aa-99c0-43f4-9b94-7b5d785faf95" ma:index="23">
      <xsd:complexType>
        <xsd:complexContent>
          <xsd:extension base="dms:MultiChoiceLookup">
            <xsd:sequence>
              <xsd:element maxOccurs="unbounded" minOccurs="0" type="dms:Lookup" nillable="true" name="Value"/>
            </xsd:sequence>
          </xsd:extension>
        </xsd:complexContent>
      </xsd:complexType>
    </xsd:element>
  </xsd:schema>
  <xsd:schema xmlns:xsd="http://www.w3.org/2001/XMLSchema" xmlns:dc="http://purl.org/dc/elements/1.1/" xmlns="http://schemas.openxmlformats.org/package/2006/metadata/core-properties" xmlns:dcterms="http://purl.org/dc/terms/" xmlns:xsi="http://www.w3.org/2001/XMLSchema-instance" xmlns:odoc="http://schemas.microsoft.com/internal/obd" blockDefault="#all" elementFormDefault="qualified" attributeFormDefault="unqualified" targetNamespace="http://schemas.openxmlformats.org/package/2006/metadata/core-properties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type="CT_coreProperties" name="coreProperties"/>
    <xsd:complexType name="CT_coreProperties">
      <xsd:all>
        <xsd:element maxOccurs="1" ref="dc:creator" minOccurs="0"/>
        <xsd:element maxOccurs="1" ref="dcterms:created" minOccurs="0"/>
        <xsd:element maxOccurs="1" ref="dc:identifier" minOccurs="0"/>
        <xsd:element maxOccurs="1" minOccurs="0" type="xsd:string" name="contentType" ma:displayName="Content Type" ma:index="0"/>
        <xsd:element maxOccurs="1" ref="dc:title" minOccurs="0" ma:displayName="Title" ma:index="4"/>
        <xsd:element maxOccurs="1" ref="dc:subject" minOccurs="0"/>
        <xsd:element maxOccurs="1" ref="dc:description" minOccurs="0"/>
        <xsd:element maxOccurs="1" minOccurs="0" type="xsd:string" name="keywords"/>
        <xsd:element maxOccurs="1" ref="dc:language" minOccurs="0"/>
        <xsd:element maxOccurs="1" minOccurs="0" type="xsd:string" name="category"/>
        <xsd:element maxOccurs="1" minOccurs="0" type="xsd:string" name="version"/>
        <xsd:element maxOccurs="1" minOccurs="0" type="xsd:string" name="revision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maxOccurs="1" minOccurs="0" type="xsd:string" name="lastModifiedBy"/>
        <xsd:element maxOccurs="1" ref="dcterms:modified" minOccurs="0"/>
        <xsd:element maxOccurs="1" minOccurs="0" type="xsd:string" name="contentStatus"/>
      </xsd:all>
    </xsd:complexType>
  </xsd:schema>
  <xs:schema xmlns:xs="http://www.w3.org/2001/XMLSchema" xmlns:pc="http://schemas.microsoft.com/office/infopath/2007/PartnerControls" elementFormDefault="qualified" attributeFormDefault="unqualified" targetNamespace="http://schemas.microsoft.com/office/infopath/2007/PartnerControls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maxOccurs="unbounded" ref="pc:BDCEntity" minOccurs="0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maxOccurs="unbounded" ref="pc:TermInfo" minOccurs="0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type="xs:string" name="TermName"/>
    <xs:element type="xs:string" name="TermId"/>
  </xs:schema>
</ct:contentTypeSchema>
</file>

<file path=customXml/item2.xml><?xml version="1.0" encoding="utf-8"?>
<p:properties xmlns:xsi="http://www.w3.org/2001/XMLSchema-instance" xmlns:p="http://schemas.microsoft.com/office/2006/metadata/properties" xmlns:pc="http://schemas.microsoft.com/office/infopath/2007/PartnerControls">
  <documentManagement>
    <lcf76f155ced4ddcb4097134ff3c332f xmlns="1d368349-1023-48e7-96c9-f9d028f6f0fb">
      <Terms xmlns="http://schemas.microsoft.com/office/infopath/2007/PartnerControls"/>
    </lcf76f155ced4ddcb4097134ff3c332f>
    <TaxCatchAll xmlns="32f397aa-99c0-43f4-9b94-7b5d785faf9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618EBA-795F-4487-B29C-4E0D2C8D67FE}">
  <ds:schemaRefs/>
</ds:datastoreItem>
</file>

<file path=customXml/itemProps2.xml><?xml version="1.0" encoding="utf-8"?>
<ds:datastoreItem xmlns:ds="http://schemas.openxmlformats.org/officeDocument/2006/customXml" ds:itemID="{6ECBB2BC-B86C-4646-888A-87EB55C19509}">
  <ds:schemaRefs/>
</ds:datastoreItem>
</file>

<file path=customXml/itemProps3.xml><?xml version="1.0" encoding="utf-8"?>
<ds:datastoreItem xmlns:ds="http://schemas.openxmlformats.org/officeDocument/2006/customXml" ds:itemID="{55700595-49AE-497B-9134-6C4B03871A7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UCL Slides templates - Simple theme</Template>
  <TotalTime>0</TotalTime>
  <Words>773</Words>
  <Application>WPS Presentation</Application>
  <PresentationFormat>宽屏</PresentationFormat>
  <Paragraphs>69</Paragraphs>
  <Slides>9</Slides>
  <Notes>9</Notes>
  <HiddenSlides>0</HiddenSlides>
  <MMClips>1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Aptos</vt:lpstr>
      <vt:lpstr>Helvetica Neue</vt:lpstr>
      <vt:lpstr>UCL Sans SemiBold</vt:lpstr>
      <vt:lpstr>UCL Sans</vt:lpstr>
      <vt:lpstr>UCL Sans SemiBold</vt:lpstr>
      <vt:lpstr>UCL Sans</vt:lpstr>
      <vt:lpstr>Microsoft YaHei</vt:lpstr>
      <vt:lpstr>汉仪旗黑</vt:lpstr>
      <vt:lpstr>Arial Unicode MS</vt:lpstr>
      <vt:lpstr>宋体-简</vt:lpstr>
      <vt:lpstr>UCL Slides templates - Simple theme</vt:lpstr>
      <vt:lpstr>UCL Slides templates - Complex design theme</vt:lpstr>
      <vt:lpstr>PowerPoint 演示文稿</vt:lpstr>
      <vt:lpstr>Area of research</vt:lpstr>
      <vt:lpstr>Problem</vt:lpstr>
      <vt:lpstr>Significance</vt:lpstr>
      <vt:lpstr>State of the art</vt:lpstr>
      <vt:lpstr>Hypothesis</vt:lpstr>
      <vt:lpstr>Execution plan</vt:lpstr>
      <vt:lpstr>Risk analysis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ucypevl-test</dc:creator>
  <cp:lastModifiedBy>Jiaqi Xie</cp:lastModifiedBy>
  <cp:revision>263</cp:revision>
  <dcterms:created xsi:type="dcterms:W3CDTF">2026-05-27T15:03:09Z</dcterms:created>
  <dcterms:modified xsi:type="dcterms:W3CDTF">2026-05-27T15:03:09Z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0x010100A12A0662030DBC4F99C1FA9D93D14A4C</vt:lpwstr>
  </property>
  <property fmtid="{D5CDD505-2E9C-101B-9397-08002B2CF9AE}" pid="3" name="MediaServiceImageTags">
    <vt:lpwstr/>
  </property>
  <property fmtid="{D5CDD505-2E9C-101B-9397-08002B2CF9AE}" pid="4" name="ICV">
    <vt:lpwstr>D68932A3971E5BB62107176A6AD29C46_42</vt:lpwstr>
  </property>
  <property fmtid="{D5CDD505-2E9C-101B-9397-08002B2CF9AE}" pid="5" name="KSOProductBuildVer">
    <vt:lpwstr>1033-12.1.25897.25897</vt:lpwstr>
  </property>
</Properties>
</file>