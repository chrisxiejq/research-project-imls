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JPG" ContentType="image/.jpg"/>
  <Default Extension="png" ContentType="image/png"/>
  <Default Extension="emf" ContentType="image/x-emf"/>
  <Default Extension="rels" ContentType="application/vnd.openxmlformats-package.relationship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fonts/font2.fntdata" ContentType="application/x-fontdata"/>
  <Override PartName="/ppt/fonts/font3.fntdata" ContentType="application/x-fontdata"/>
  <Override PartName="/ppt/fonts/font4.fntdata" ContentType="application/x-fontdata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1"/>
    <p:sldMasterId id="2147483666" r:id="rId3"/>
  </p:sldMasterIdLst>
  <p:notesMasterIdLst>
    <p:notesMasterId r:id="rId5"/>
  </p:notesMasterIdLst>
  <p:handoutMasterIdLst>
    <p:handoutMasterId r:id="rId16"/>
  </p:handoutMasterIdLst>
  <p:sldIdLst>
    <p:sldId id="273" r:id="rId4"/>
    <p:sldId id="266" r:id="rId6"/>
    <p:sldId id="327" r:id="rId7"/>
    <p:sldId id="320" r:id="rId8"/>
    <p:sldId id="321" r:id="rId9"/>
    <p:sldId id="323" r:id="rId10"/>
    <p:sldId id="324" r:id="rId11"/>
    <p:sldId id="325" r:id="rId12"/>
    <p:sldId id="326" r:id="rId13"/>
    <p:sldId id="322" r:id="rId14"/>
    <p:sldId id="318" r:id="rId15"/>
  </p:sldIdLst>
  <p:sldSz cx="12192000" cy="6858000"/>
  <p:notesSz cx="6858000" cy="9144000"/>
  <p:embeddedFontLst>
    <p:embeddedFont>
      <p:font typeface="UCL Sans SemiBold" pitchFamily="2" charset="77"/>
      <p:regular r:id="rId20"/>
    </p:embeddedFont>
    <p:embeddedFont>
      <p:font typeface="UCL Sans" pitchFamily="2" charset="77"/>
      <p:regular r:id="rId21"/>
    </p:embeddedFont>
    <p:embeddedFont>
      <p:font typeface="UCL Sans"/>
      <p:regular r:id="rId22"/>
    </p:embeddedFont>
    <p:embeddedFont>
      <p:font typeface="UCL Sans SemiBold"/>
      <p:regular r:id="rId23"/>
    </p:embeddedFont>
  </p:embeddedFontLst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UCL Slides" id="{64BE57D8-B9E0-4D48-BBC7-659295F1B008}">
          <p14:sldIdLst>
            <p14:sldId id="273"/>
            <p14:sldId id="266"/>
            <p14:sldId id="327"/>
            <p14:sldId id="320"/>
            <p14:sldId id="321"/>
            <p14:sldId id="323"/>
            <p14:sldId id="324"/>
            <p14:sldId id="325"/>
            <p14:sldId id="326"/>
            <p14:sldId id="322"/>
            <p14:sldId id="318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5E5C"/>
    <a:srgbClr val="5487FF"/>
    <a:srgbClr val="F56300"/>
    <a:srgbClr val="00A19D"/>
    <a:srgbClr val="ED357D"/>
    <a:srgbClr val="FAFAFA"/>
    <a:srgbClr val="3A1857"/>
    <a:srgbClr val="781C1C"/>
    <a:srgbClr val="57B444"/>
    <a:srgbClr val="9E1A5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238"/>
    <p:restoredTop sz="86054"/>
  </p:normalViewPr>
  <p:slideViewPr>
    <p:cSldViewPr>
      <p:cViewPr varScale="1">
        <p:scale>
          <a:sx n="105" d="100"/>
          <a:sy n="105" d="100"/>
        </p:scale>
        <p:origin x="896" y="18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>
      <p:cViewPr varScale="1">
        <p:scale>
          <a:sx n="146" d="100"/>
          <a:sy n="146" d="100"/>
        </p:scale>
        <p:origin x="4144" y="16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slide" Target="slides/slide2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3" Type="http://schemas.openxmlformats.org/officeDocument/2006/relationships/slideMaster" Target="slideMasters/slideMaster2.xml"/><Relationship Id="rId26" Type="http://schemas.openxmlformats.org/officeDocument/2006/relationships/customXml" Target="../customXml/item3.xml"/><Relationship Id="rId25" Type="http://schemas.openxmlformats.org/officeDocument/2006/relationships/customXml" Target="../customXml/item2.xml"/><Relationship Id="rId24" Type="http://schemas.openxmlformats.org/officeDocument/2006/relationships/customXml" Target="../customXml/item1.xml"/><Relationship Id="rId23" Type="http://schemas.openxmlformats.org/officeDocument/2006/relationships/font" Target="fonts/font4.fntdata"/><Relationship Id="rId22" Type="http://schemas.openxmlformats.org/officeDocument/2006/relationships/font" Target="fonts/font3.fntdata"/><Relationship Id="rId21" Type="http://schemas.openxmlformats.org/officeDocument/2006/relationships/font" Target="fonts/font2.fntdata"/><Relationship Id="rId20" Type="http://schemas.openxmlformats.org/officeDocument/2006/relationships/font" Target="fonts/font1.fntdata"/><Relationship Id="rId2" Type="http://schemas.openxmlformats.org/officeDocument/2006/relationships/theme" Target="theme/theme1.xml"/><Relationship Id="rId19" Type="http://schemas.openxmlformats.org/officeDocument/2006/relationships/tableStyles" Target="tableStyles.xml"/><Relationship Id="rId18" Type="http://schemas.openxmlformats.org/officeDocument/2006/relationships/viewProps" Target="viewProps.xml"/><Relationship Id="rId17" Type="http://schemas.openxmlformats.org/officeDocument/2006/relationships/presProps" Target="presProps.xml"/><Relationship Id="rId16" Type="http://schemas.openxmlformats.org/officeDocument/2006/relationships/handoutMaster" Target="handoutMasters/handoutMaster1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1D93C3-F286-9C4B-98EC-FBB7F0C69BB5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0A0B70-CCF2-4444-BE01-B320D9CE5A46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D08A70A-88C5-8F48-B495-07492CFAC4E8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  <a:endParaRPr lang="en-GB"/>
          </a:p>
          <a:p>
            <a:pPr lvl="1"/>
            <a:r>
              <a:rPr lang="en-GB"/>
              <a:t>Second level</a:t>
            </a:r>
            <a:endParaRPr lang="en-GB"/>
          </a:p>
          <a:p>
            <a:pPr lvl="2"/>
            <a:r>
              <a:rPr lang="en-GB"/>
              <a:t>Third level</a:t>
            </a:r>
            <a:endParaRPr lang="en-GB"/>
          </a:p>
          <a:p>
            <a:pPr lvl="3"/>
            <a:r>
              <a:rPr lang="en-GB"/>
              <a:t>Fourth level</a:t>
            </a:r>
            <a:endParaRPr lang="en-GB"/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8BC158-BB56-D04E-8DE4-3CEB786515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Cover title slide layout features a full background image with a main heading positioned in the top left corner on a dark purple panel. The presenters’ names and the date sit beneath the title. The UCL logo is placed in the bottom right corner of the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8BC158-BB56-D04E-8DE4-3CEB786515BF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Content slide with a headline at the top left, followed by text box beneath it.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8BC158-BB56-D04E-8DE4-3CEB786515BF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Content slide with a headline at the top left, followed by text box beneath it.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8BC158-BB56-D04E-8DE4-3CEB786515BF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Content slide with a headline at the top left, followed by text box beneath it.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8BC158-BB56-D04E-8DE4-3CEB786515BF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Content slide with a headline at the top left, followed by text box beneath it.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8BC158-BB56-D04E-8DE4-3CEB786515BF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Content slide with a headline at the top left, followed by text box beneath it.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8BC158-BB56-D04E-8DE4-3CEB786515BF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Content slide with a headline at the top left, followed by text box beneath it.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8BC158-BB56-D04E-8DE4-3CEB786515BF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Content slide with a headline at the top left, followed by text box beneath it.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8BC158-BB56-D04E-8DE4-3CEB786515BF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Content slide with a headline at the top left, followed by text box beneath it.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8BC158-BB56-D04E-8DE4-3CEB786515BF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Content slide full image with full colour logo</a:t>
            </a:r>
            <a:endParaRPr lang="en-GB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8BC158-BB56-D04E-8DE4-3CEB786515BF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mple_Title  - 2/3 line heading and tex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2303463" y="409575"/>
            <a:ext cx="7084422" cy="1974670"/>
          </a:xfrm>
          <a:prstGeom prst="rect">
            <a:avLst/>
          </a:prstGeom>
        </p:spPr>
        <p:txBody>
          <a:bodyPr anchor="t"/>
          <a:lstStyle>
            <a:lvl1pPr algn="l">
              <a:lnSpc>
                <a:spcPct val="100000"/>
              </a:lnSpc>
              <a:defRPr sz="4200">
                <a:solidFill>
                  <a:srgbClr val="FAFAFA"/>
                </a:solidFill>
              </a:defRPr>
            </a:lvl1pPr>
          </a:lstStyle>
          <a:p>
            <a:r>
              <a:rPr lang="en-GB" dirty="0"/>
              <a:t>Main Headline style slide UCL Sans </a:t>
            </a:r>
            <a:r>
              <a:rPr lang="en-GB" dirty="0" err="1"/>
              <a:t>SemiBold</a:t>
            </a:r>
            <a:r>
              <a:rPr lang="en-GB" dirty="0"/>
              <a:t> 42pt </a:t>
            </a:r>
            <a:br>
              <a:rPr lang="en-GB" dirty="0"/>
            </a:br>
            <a:r>
              <a:rPr lang="en-GB" dirty="0"/>
              <a:t>2-3 lines max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303463" y="4473756"/>
            <a:ext cx="6485967" cy="361324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0" i="0">
                <a:solidFill>
                  <a:schemeClr val="bg1"/>
                </a:solidFill>
                <a:latin typeface="UCL Sans" pitchFamily="2" charset="77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 dirty="0"/>
              <a:t>Names of Presenters, UCL Sans Regular 24pt</a:t>
            </a:r>
            <a:endParaRPr lang="en-GB" dirty="0"/>
          </a:p>
        </p:txBody>
      </p:sp>
      <p:sp>
        <p:nvSpPr>
          <p:cNvPr id="4" name="Rectangle 3"/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1354138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 Placeholder 2"/>
          <p:cNvSpPr>
            <a:spLocks noGrp="1"/>
          </p:cNvSpPr>
          <p:nvPr>
            <p:ph type="body" idx="10" hasCustomPrompt="1"/>
          </p:nvPr>
        </p:nvSpPr>
        <p:spPr>
          <a:xfrm>
            <a:off x="2303463" y="4981780"/>
            <a:ext cx="6485967" cy="361324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 i="0">
                <a:solidFill>
                  <a:schemeClr val="bg1"/>
                </a:solidFill>
                <a:latin typeface="UCL Sans" pitchFamily="2" charset="77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 dirty="0"/>
              <a:t>Date, UCL Sans Regular 18pt </a:t>
            </a:r>
            <a:endParaRPr lang="en-GB" dirty="0"/>
          </a:p>
        </p:txBody>
      </p:sp>
      <p:pic>
        <p:nvPicPr>
          <p:cNvPr id="9" name="Picture 8" descr="UCL logo, University College London"/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41455" y="5661248"/>
            <a:ext cx="2844805" cy="798505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mple_Title full name logo - 2/3 line heading and tex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2303463" y="409575"/>
            <a:ext cx="7084422" cy="1974670"/>
          </a:xfrm>
          <a:prstGeom prst="rect">
            <a:avLst/>
          </a:prstGeom>
        </p:spPr>
        <p:txBody>
          <a:bodyPr anchor="t"/>
          <a:lstStyle>
            <a:lvl1pPr algn="l">
              <a:lnSpc>
                <a:spcPct val="100000"/>
              </a:lnSpc>
              <a:defRPr sz="4200">
                <a:solidFill>
                  <a:srgbClr val="FAFAFA"/>
                </a:solidFill>
              </a:defRPr>
            </a:lvl1pPr>
          </a:lstStyle>
          <a:p>
            <a:r>
              <a:rPr lang="en-GB" dirty="0"/>
              <a:t>Main Headline style slide UCL Sans </a:t>
            </a:r>
            <a:r>
              <a:rPr lang="en-GB" dirty="0" err="1"/>
              <a:t>SemiBold</a:t>
            </a:r>
            <a:r>
              <a:rPr lang="en-GB" dirty="0"/>
              <a:t> 42pt </a:t>
            </a:r>
            <a:br>
              <a:rPr lang="en-GB" dirty="0"/>
            </a:br>
            <a:r>
              <a:rPr lang="en-GB" dirty="0"/>
              <a:t>2-3 lines max</a:t>
            </a:r>
            <a:endParaRPr lang="en-US" dirty="0"/>
          </a:p>
        </p:txBody>
      </p:sp>
      <p:sp>
        <p:nvSpPr>
          <p:cNvPr id="5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303463" y="4473756"/>
            <a:ext cx="6485967" cy="361324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0" i="0">
                <a:solidFill>
                  <a:schemeClr val="bg1"/>
                </a:solidFill>
                <a:latin typeface="UCL Sans" pitchFamily="2" charset="77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 dirty="0"/>
              <a:t>Names of Presenters, UCL Sans Regular 24pt</a:t>
            </a:r>
            <a:endParaRPr lang="en-GB" dirty="0"/>
          </a:p>
        </p:txBody>
      </p:sp>
      <p:sp>
        <p:nvSpPr>
          <p:cNvPr id="4" name="Rectangle 3"/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1354138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 Placeholder 2"/>
          <p:cNvSpPr>
            <a:spLocks noGrp="1"/>
          </p:cNvSpPr>
          <p:nvPr>
            <p:ph type="body" idx="10" hasCustomPrompt="1"/>
          </p:nvPr>
        </p:nvSpPr>
        <p:spPr>
          <a:xfrm>
            <a:off x="2303463" y="4981780"/>
            <a:ext cx="6485967" cy="361324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 i="0">
                <a:solidFill>
                  <a:schemeClr val="bg1"/>
                </a:solidFill>
                <a:latin typeface="UCL Sans" pitchFamily="2" charset="77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 dirty="0"/>
              <a:t>Date, UCL Sans Regular 18pt</a:t>
            </a:r>
            <a:endParaRPr lang="en-GB" dirty="0"/>
          </a:p>
        </p:txBody>
      </p:sp>
      <p:pic>
        <p:nvPicPr>
          <p:cNvPr id="9" name="Picture 8" descr="UCL logo, University College London"/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41455" y="5661248"/>
            <a:ext cx="2844805" cy="798505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mple_Title  - Faculty, School Department 2/3 line heading and tex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2303463" y="409575"/>
            <a:ext cx="7084422" cy="1974670"/>
          </a:xfrm>
          <a:prstGeom prst="rect">
            <a:avLst/>
          </a:prstGeom>
        </p:spPr>
        <p:txBody>
          <a:bodyPr anchor="t"/>
          <a:lstStyle>
            <a:lvl1pPr algn="l">
              <a:lnSpc>
                <a:spcPct val="100000"/>
              </a:lnSpc>
              <a:defRPr sz="4200">
                <a:solidFill>
                  <a:srgbClr val="FAFAFA"/>
                </a:solidFill>
              </a:defRPr>
            </a:lvl1pPr>
          </a:lstStyle>
          <a:p>
            <a:r>
              <a:rPr lang="en-GB" dirty="0"/>
              <a:t>Main Headline style slide UCL Sans </a:t>
            </a:r>
            <a:r>
              <a:rPr lang="en-GB" dirty="0" err="1"/>
              <a:t>SemiBold</a:t>
            </a:r>
            <a:r>
              <a:rPr lang="en-GB" dirty="0"/>
              <a:t> 42pt </a:t>
            </a:r>
            <a:br>
              <a:rPr lang="en-GB" dirty="0"/>
            </a:br>
            <a:r>
              <a:rPr lang="en-GB" dirty="0"/>
              <a:t>2-3 lines max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303463" y="3627624"/>
            <a:ext cx="6485967" cy="361324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0" i="0">
                <a:solidFill>
                  <a:schemeClr val="bg1"/>
                </a:solidFill>
                <a:latin typeface="UCL Sans" pitchFamily="2" charset="77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 dirty="0"/>
              <a:t>Names of Presenters, UCL Sans Regular 24pt</a:t>
            </a:r>
            <a:endParaRPr lang="en-GB" dirty="0"/>
          </a:p>
        </p:txBody>
      </p:sp>
      <p:sp>
        <p:nvSpPr>
          <p:cNvPr id="5" name="Text Placeholder 2"/>
          <p:cNvSpPr>
            <a:spLocks noGrp="1"/>
          </p:cNvSpPr>
          <p:nvPr>
            <p:ph type="body" idx="10" hasCustomPrompt="1"/>
          </p:nvPr>
        </p:nvSpPr>
        <p:spPr>
          <a:xfrm>
            <a:off x="2303463" y="4135648"/>
            <a:ext cx="6485967" cy="361324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 i="0">
                <a:solidFill>
                  <a:schemeClr val="bg1"/>
                </a:solidFill>
                <a:latin typeface="UCL Sans" pitchFamily="2" charset="77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 dirty="0"/>
              <a:t>Date, UCL Sans Regular 18pt</a:t>
            </a:r>
            <a:endParaRPr lang="en-GB" dirty="0"/>
          </a:p>
        </p:txBody>
      </p:sp>
      <p:sp>
        <p:nvSpPr>
          <p:cNvPr id="6" name="Text Placeholder 2"/>
          <p:cNvSpPr>
            <a:spLocks noGrp="1"/>
          </p:cNvSpPr>
          <p:nvPr>
            <p:ph type="body" idx="11" hasCustomPrompt="1"/>
          </p:nvPr>
        </p:nvSpPr>
        <p:spPr>
          <a:xfrm>
            <a:off x="2273719" y="5854933"/>
            <a:ext cx="6240809" cy="58278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 i="0">
                <a:solidFill>
                  <a:schemeClr val="bg1"/>
                </a:solidFill>
                <a:latin typeface="UCL Sans" pitchFamily="2" charset="77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 dirty="0"/>
              <a:t>Type in your faculty/department/unit name here </a:t>
            </a:r>
            <a:endParaRPr lang="en-GB" dirty="0"/>
          </a:p>
          <a:p>
            <a:pPr lvl="0"/>
            <a:r>
              <a:rPr lang="en-GB" dirty="0"/>
              <a:t>UCL Sans Regular 18pt</a:t>
            </a:r>
            <a:endParaRPr lang="en-GB" dirty="0"/>
          </a:p>
        </p:txBody>
      </p:sp>
      <p:sp>
        <p:nvSpPr>
          <p:cNvPr id="4" name="Rectangle 3"/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1354138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UCL logo, University College London"/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41455" y="5661248"/>
            <a:ext cx="2844805" cy="798505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imple_Title -2-3 line heading and imag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"/>
          <p:cNvSpPr>
            <a:spLocks noGrp="1"/>
          </p:cNvSpPr>
          <p:nvPr>
            <p:ph type="pic" idx="13"/>
          </p:nvPr>
        </p:nvSpPr>
        <p:spPr>
          <a:xfrm>
            <a:off x="1354138" y="2852936"/>
            <a:ext cx="10837862" cy="4005064"/>
          </a:xfrm>
        </p:spPr>
        <p:txBody>
          <a:bodyPr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 dirty="0"/>
              <a:t>Click icon to add picture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2303463" y="409575"/>
            <a:ext cx="7084422" cy="1974670"/>
          </a:xfrm>
          <a:prstGeom prst="rect">
            <a:avLst/>
          </a:prstGeom>
        </p:spPr>
        <p:txBody>
          <a:bodyPr anchor="t"/>
          <a:lstStyle>
            <a:lvl1pPr algn="l">
              <a:lnSpc>
                <a:spcPct val="100000"/>
              </a:lnSpc>
              <a:defRPr sz="4200">
                <a:solidFill>
                  <a:srgbClr val="FAFAFA"/>
                </a:solidFill>
              </a:defRPr>
            </a:lvl1pPr>
          </a:lstStyle>
          <a:p>
            <a:r>
              <a:rPr lang="en-GB" dirty="0"/>
              <a:t>Main Headline style slide UCL Sans </a:t>
            </a:r>
            <a:r>
              <a:rPr lang="en-GB" dirty="0" err="1"/>
              <a:t>SemiBold</a:t>
            </a:r>
            <a:r>
              <a:rPr lang="en-GB" dirty="0"/>
              <a:t> 42pt </a:t>
            </a:r>
            <a:br>
              <a:rPr lang="en-GB" dirty="0"/>
            </a:br>
            <a:r>
              <a:rPr lang="en-GB" dirty="0"/>
              <a:t>2-3 lines max</a:t>
            </a:r>
            <a:endParaRPr lang="en-US" dirty="0"/>
          </a:p>
        </p:txBody>
      </p:sp>
      <p:sp>
        <p:nvSpPr>
          <p:cNvPr id="4" name="Rectangle 3"/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1354138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UCL logo, University College London"/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37625" y="5653541"/>
            <a:ext cx="2843213" cy="79805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mple_Divider1 – 1 column title, subheading, tex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09575" y="409575"/>
            <a:ext cx="3757703" cy="1830294"/>
          </a:xfrm>
          <a:prstGeom prst="rect">
            <a:avLst/>
          </a:prstGeom>
        </p:spPr>
        <p:txBody>
          <a:bodyPr anchor="t"/>
          <a:lstStyle>
            <a:lvl1pPr algn="l">
              <a:lnSpc>
                <a:spcPct val="100000"/>
              </a:lnSpc>
              <a:defRPr sz="3600">
                <a:solidFill>
                  <a:srgbClr val="FAFAFA"/>
                </a:solidFill>
              </a:defRPr>
            </a:lvl1pPr>
          </a:lstStyle>
          <a:p>
            <a:r>
              <a:rPr lang="en-GB" dirty="0"/>
              <a:t>Divider section Title UCL Sans </a:t>
            </a:r>
            <a:r>
              <a:rPr lang="en-GB" dirty="0" err="1"/>
              <a:t>SemiBold</a:t>
            </a:r>
            <a:r>
              <a:rPr lang="en-GB" dirty="0"/>
              <a:t> 36pt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409575" y="2422525"/>
            <a:ext cx="3757703" cy="1006475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0" i="0">
                <a:solidFill>
                  <a:schemeClr val="accent3"/>
                </a:solidFill>
                <a:latin typeface="UCL Sans" pitchFamily="2" charset="77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 dirty="0"/>
              <a:t>Subheading, UCL Sans Regular 24pt</a:t>
            </a:r>
            <a:endParaRPr lang="en-GB" dirty="0"/>
          </a:p>
        </p:txBody>
      </p:sp>
      <p:sp>
        <p:nvSpPr>
          <p:cNvPr id="8" name="Text Placeholder 2"/>
          <p:cNvSpPr>
            <a:spLocks noGrp="1"/>
          </p:cNvSpPr>
          <p:nvPr>
            <p:ph type="body" idx="11" hasCustomPrompt="1"/>
          </p:nvPr>
        </p:nvSpPr>
        <p:spPr>
          <a:xfrm>
            <a:off x="409575" y="4510352"/>
            <a:ext cx="3757703" cy="934774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 i="0">
                <a:solidFill>
                  <a:schemeClr val="bg1"/>
                </a:solidFill>
                <a:latin typeface="UCL Sans" pitchFamily="2" charset="77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 dirty="0"/>
              <a:t>Body text, UCL Sans Regular 18pt</a:t>
            </a:r>
            <a:endParaRPr lang="en-GB" dirty="0"/>
          </a:p>
        </p:txBody>
      </p:sp>
      <p:sp>
        <p:nvSpPr>
          <p:cNvPr id="6" name="Picture Placeholder 2" descr="Add a clear, concise statement describing the main purpose of the image"/>
          <p:cNvSpPr>
            <a:spLocks noGrp="1" noRot="1" noMove="1" noResize="1" noEditPoints="1" noAdjustHandles="1" noChangeArrowheads="1" noChangeShapeType="1"/>
          </p:cNvSpPr>
          <p:nvPr>
            <p:ph type="pic" idx="10"/>
          </p:nvPr>
        </p:nvSpPr>
        <p:spPr>
          <a:xfrm>
            <a:off x="5145088" y="20073"/>
            <a:ext cx="4738687" cy="6858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 dirty="0"/>
              <a:t>Click icon to add picture</a:t>
            </a:r>
            <a:endParaRPr lang="en-US" dirty="0"/>
          </a:p>
        </p:txBody>
      </p:sp>
      <p:pic>
        <p:nvPicPr>
          <p:cNvPr id="3" name="Picture 2"/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64572" y="6060701"/>
            <a:ext cx="1421688" cy="39905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imple_Divider2 – 1 column title, subheading, tex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735960" y="409575"/>
            <a:ext cx="3757703" cy="1830294"/>
          </a:xfrm>
          <a:prstGeom prst="rect">
            <a:avLst/>
          </a:prstGeom>
        </p:spPr>
        <p:txBody>
          <a:bodyPr anchor="t"/>
          <a:lstStyle>
            <a:lvl1pPr algn="l">
              <a:lnSpc>
                <a:spcPct val="100000"/>
              </a:lnSpc>
              <a:defRPr sz="3600">
                <a:solidFill>
                  <a:srgbClr val="FAFAFA"/>
                </a:solidFill>
              </a:defRPr>
            </a:lvl1pPr>
          </a:lstStyle>
          <a:p>
            <a:r>
              <a:rPr lang="en-GB" dirty="0"/>
              <a:t>Divider section Title UCL Sans </a:t>
            </a:r>
            <a:r>
              <a:rPr lang="en-GB" dirty="0" err="1"/>
              <a:t>SemiBold</a:t>
            </a:r>
            <a:r>
              <a:rPr lang="en-GB" dirty="0"/>
              <a:t> 36pt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5735960" y="2422525"/>
            <a:ext cx="3757703" cy="1006475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0" i="0">
                <a:solidFill>
                  <a:schemeClr val="accent3"/>
                </a:solidFill>
                <a:latin typeface="UCL Sans" pitchFamily="2" charset="77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 dirty="0"/>
              <a:t>Subheading, UCL Sans Regular 24pt</a:t>
            </a:r>
            <a:endParaRPr lang="en-GB" dirty="0"/>
          </a:p>
        </p:txBody>
      </p:sp>
      <p:sp>
        <p:nvSpPr>
          <p:cNvPr id="8" name="Text Placeholder 2"/>
          <p:cNvSpPr>
            <a:spLocks noGrp="1"/>
          </p:cNvSpPr>
          <p:nvPr>
            <p:ph type="body" idx="11" hasCustomPrompt="1"/>
          </p:nvPr>
        </p:nvSpPr>
        <p:spPr>
          <a:xfrm>
            <a:off x="5735960" y="4510352"/>
            <a:ext cx="3757703" cy="934774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 i="0">
                <a:solidFill>
                  <a:schemeClr val="bg1"/>
                </a:solidFill>
                <a:latin typeface="UCL Sans" pitchFamily="2" charset="77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 dirty="0"/>
              <a:t>Body text, UCL Sans Regular 18pt</a:t>
            </a:r>
            <a:endParaRPr lang="en-GB" dirty="0"/>
          </a:p>
        </p:txBody>
      </p:sp>
      <p:sp>
        <p:nvSpPr>
          <p:cNvPr id="6" name="Picture Placeholder 2" descr="Add a clear, concise statement describing the main purpose of the image"/>
          <p:cNvSpPr>
            <a:spLocks noGrp="1" noRot="1" noMove="1" noResize="1" noEditPoints="1" noAdjustHandles="1" noChangeArrowheads="1" noChangeShapeType="1"/>
          </p:cNvSpPr>
          <p:nvPr>
            <p:ph type="pic" idx="10"/>
          </p:nvPr>
        </p:nvSpPr>
        <p:spPr>
          <a:xfrm>
            <a:off x="0" y="20073"/>
            <a:ext cx="4738687" cy="6858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 dirty="0"/>
              <a:t>Click icon to add picture</a:t>
            </a:r>
            <a:endParaRPr lang="en-US" dirty="0"/>
          </a:p>
        </p:txBody>
      </p:sp>
      <p:pic>
        <p:nvPicPr>
          <p:cNvPr id="3" name="Picture 2"/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64572" y="6060701"/>
            <a:ext cx="1421688" cy="39905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mple_Content – 1 column title subheading, charts, images, graph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09576" y="409575"/>
            <a:ext cx="7583834" cy="1009650"/>
          </a:xfrm>
          <a:prstGeom prst="rect">
            <a:avLst/>
          </a:prstGeom>
        </p:spPr>
        <p:txBody>
          <a:bodyPr anchor="t"/>
          <a:lstStyle>
            <a:lvl1pPr algn="l">
              <a:lnSpc>
                <a:spcPct val="100000"/>
              </a:lnSpc>
              <a:defRPr sz="36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GB" dirty="0"/>
              <a:t>Headline </a:t>
            </a:r>
            <a:br>
              <a:rPr lang="en-GB" dirty="0"/>
            </a:br>
            <a:r>
              <a:rPr lang="en-GB" dirty="0"/>
              <a:t>UCL Sans </a:t>
            </a:r>
            <a:r>
              <a:rPr lang="en-GB" dirty="0" err="1"/>
              <a:t>SemiBold</a:t>
            </a:r>
            <a:r>
              <a:rPr lang="en-GB" dirty="0"/>
              <a:t> 36pt</a:t>
            </a:r>
            <a:endParaRPr lang="en-GB" dirty="0"/>
          </a:p>
        </p:txBody>
      </p:sp>
      <p:sp>
        <p:nvSpPr>
          <p:cNvPr id="9" name="Content Placeholder"/>
          <p:cNvSpPr>
            <a:spLocks noGrp="1"/>
          </p:cNvSpPr>
          <p:nvPr>
            <p:ph idx="1" hasCustomPrompt="1"/>
          </p:nvPr>
        </p:nvSpPr>
        <p:spPr>
          <a:xfrm>
            <a:off x="418539" y="1916826"/>
            <a:ext cx="7572936" cy="3758834"/>
          </a:xfrm>
          <a:prstGeom prst="rect">
            <a:avLst/>
          </a:prstGeom>
        </p:spPr>
        <p:txBody>
          <a:bodyPr/>
          <a:lstStyle>
            <a:lvl1pPr>
              <a:buNone/>
              <a:defRPr sz="1800"/>
            </a:lvl1pPr>
          </a:lstStyle>
          <a:p>
            <a:pPr lvl="0"/>
            <a:r>
              <a:rPr lang="en-GB" dirty="0"/>
              <a:t>Space for graphs, images, charts, videos</a:t>
            </a:r>
            <a:endParaRPr lang="en-GB" dirty="0"/>
          </a:p>
        </p:txBody>
      </p:sp>
      <p:pic>
        <p:nvPicPr>
          <p:cNvPr id="7" name="Picture 6"/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64572" y="6060701"/>
            <a:ext cx="1421688" cy="39905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mple_Content – 2 column title subheading charts, images, graph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409575" y="421180"/>
            <a:ext cx="4735513" cy="156091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600" b="1" i="0">
                <a:solidFill>
                  <a:schemeClr val="accent1"/>
                </a:solidFill>
                <a:latin typeface="UCL Sans SemiBold" pitchFamily="2" charset="77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 dirty="0"/>
              <a:t>Headline </a:t>
            </a:r>
            <a:endParaRPr lang="en-GB" dirty="0"/>
          </a:p>
          <a:p>
            <a:pPr lvl="0"/>
            <a:r>
              <a:rPr lang="en-GB" dirty="0"/>
              <a:t>UCL Sans </a:t>
            </a:r>
            <a:endParaRPr lang="en-GB" dirty="0"/>
          </a:p>
          <a:p>
            <a:pPr lvl="0"/>
            <a:r>
              <a:rPr lang="en-GB" dirty="0" err="1"/>
              <a:t>SemiBold</a:t>
            </a:r>
            <a:r>
              <a:rPr lang="en-GB" dirty="0"/>
              <a:t> 36pt</a:t>
            </a:r>
            <a:endParaRPr lang="en-GB" dirty="0"/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3" hasCustomPrompt="1"/>
          </p:nvPr>
        </p:nvSpPr>
        <p:spPr>
          <a:xfrm>
            <a:off x="6096001" y="419192"/>
            <a:ext cx="5684838" cy="1128506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0" i="0">
                <a:solidFill>
                  <a:schemeClr val="tx1"/>
                </a:solidFill>
                <a:latin typeface="UCL Sans" pitchFamily="2" charset="77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 dirty="0"/>
              <a:t>Subheading text style, </a:t>
            </a:r>
            <a:endParaRPr lang="en-GB" dirty="0"/>
          </a:p>
          <a:p>
            <a:pPr lvl="0"/>
            <a:r>
              <a:rPr lang="en-GB" dirty="0"/>
              <a:t>UCL Sans regular 24pt</a:t>
            </a:r>
            <a:endParaRPr lang="en-GB" dirty="0"/>
          </a:p>
        </p:txBody>
      </p:sp>
      <p:sp>
        <p:nvSpPr>
          <p:cNvPr id="12" name="Content Placeholder 3"/>
          <p:cNvSpPr>
            <a:spLocks noGrp="1"/>
          </p:cNvSpPr>
          <p:nvPr>
            <p:ph sz="half" idx="1" hasCustomPrompt="1"/>
          </p:nvPr>
        </p:nvSpPr>
        <p:spPr>
          <a:xfrm>
            <a:off x="446080" y="2422525"/>
            <a:ext cx="4686360" cy="3022601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90204" pitchFamily="34" charset="0"/>
              <a:buNone/>
              <a:defRPr sz="1800"/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90204" pitchFamily="34" charset="0"/>
              <a:buNone/>
              <a:defRPr/>
            </a:pPr>
            <a:r>
              <a:rPr lang="en-GB" dirty="0"/>
              <a:t>Space for graphs, images, charts</a:t>
            </a:r>
            <a:endParaRPr lang="en-US" dirty="0"/>
          </a:p>
        </p:txBody>
      </p:sp>
      <p:sp>
        <p:nvSpPr>
          <p:cNvPr id="13" name="Content Placeholder 5"/>
          <p:cNvSpPr>
            <a:spLocks noGrp="1"/>
          </p:cNvSpPr>
          <p:nvPr>
            <p:ph sz="half" idx="12" hasCustomPrompt="1"/>
          </p:nvPr>
        </p:nvSpPr>
        <p:spPr>
          <a:xfrm>
            <a:off x="6096000" y="2422525"/>
            <a:ext cx="5649921" cy="3022601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90204" pitchFamily="34" charset="0"/>
              <a:buNone/>
              <a:defRPr sz="1800"/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90204" pitchFamily="34" charset="0"/>
              <a:buNone/>
              <a:defRPr/>
            </a:pPr>
            <a:r>
              <a:rPr lang="en-GB" dirty="0"/>
              <a:t>Space for graphs, images, charts</a:t>
            </a:r>
            <a:endParaRPr lang="en-US" dirty="0"/>
          </a:p>
          <a:p>
            <a:endParaRPr lang="en-US" dirty="0"/>
          </a:p>
        </p:txBody>
      </p:sp>
      <p:pic>
        <p:nvPicPr>
          <p:cNvPr id="4" name="Picture 3"/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64572" y="6060701"/>
            <a:ext cx="1421688" cy="39905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mple_Content – 1 column title and 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31819" y="409575"/>
            <a:ext cx="7550693" cy="1009650"/>
          </a:xfrm>
          <a:prstGeom prst="rect">
            <a:avLst/>
          </a:prstGeom>
        </p:spPr>
        <p:txBody>
          <a:bodyPr anchor="t"/>
          <a:lstStyle>
            <a:lvl1pPr algn="l">
              <a:lnSpc>
                <a:spcPct val="100000"/>
              </a:lnSpc>
              <a:defRPr sz="36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GB" dirty="0"/>
              <a:t>Headline </a:t>
            </a:r>
            <a:br>
              <a:rPr lang="en-GB" dirty="0"/>
            </a:br>
            <a:r>
              <a:rPr lang="en-GB" dirty="0"/>
              <a:t>UCL Sans </a:t>
            </a:r>
            <a:r>
              <a:rPr lang="en-GB" dirty="0" err="1"/>
              <a:t>SemiBold</a:t>
            </a:r>
            <a:r>
              <a:rPr lang="en-GB" dirty="0"/>
              <a:t> 36pt</a:t>
            </a:r>
            <a:endParaRPr lang="en-GB" dirty="0"/>
          </a:p>
        </p:txBody>
      </p:sp>
      <p:sp>
        <p:nvSpPr>
          <p:cNvPr id="4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440783" y="1916825"/>
            <a:ext cx="7550692" cy="3528300"/>
          </a:xfrm>
          <a:prstGeom prst="rect">
            <a:avLst/>
          </a:prstGeom>
        </p:spPr>
        <p:txBody>
          <a:bodyPr/>
          <a:lstStyle>
            <a:lvl1pPr marL="0">
              <a:lnSpc>
                <a:spcPct val="100000"/>
              </a:lnSpc>
              <a:buFont typeface="Wingdings" panose="05000000000000000000" pitchFamily="2" charset="2"/>
              <a:buNone/>
              <a:defRPr sz="1800"/>
            </a:lvl1pPr>
            <a:lvl2pPr>
              <a:buFont typeface="Wingdings" panose="05000000000000000000" pitchFamily="2" charset="2"/>
              <a:buChar char="§"/>
              <a:defRPr sz="1800"/>
            </a:lvl2pPr>
            <a:lvl3pPr>
              <a:buFont typeface="Wingdings" panose="05000000000000000000" pitchFamily="2" charset="2"/>
              <a:buChar char="§"/>
              <a:defRPr sz="1800"/>
            </a:lvl3pPr>
            <a:lvl4pPr>
              <a:buFont typeface="Wingdings" panose="05000000000000000000" pitchFamily="2" charset="2"/>
              <a:buChar char="§"/>
              <a:defRPr sz="1800"/>
            </a:lvl4pPr>
            <a:lvl5pP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GB" dirty="0"/>
              <a:t>Body text, UCL Sans Regular 18pt</a:t>
            </a:r>
            <a:endParaRPr lang="en-US" dirty="0"/>
          </a:p>
        </p:txBody>
      </p:sp>
      <p:pic>
        <p:nvPicPr>
          <p:cNvPr id="7" name="Picture 6"/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64572" y="6060701"/>
            <a:ext cx="1421688" cy="39905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mple_Content – 2 column title and subheading and 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18745" y="409575"/>
            <a:ext cx="7572730" cy="1009650"/>
          </a:xfrm>
          <a:prstGeom prst="rect">
            <a:avLst/>
          </a:prstGeom>
        </p:spPr>
        <p:txBody>
          <a:bodyPr anchor="t"/>
          <a:lstStyle>
            <a:lvl1pPr algn="l">
              <a:lnSpc>
                <a:spcPct val="100000"/>
              </a:lnSpc>
              <a:defRPr sz="36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GB" dirty="0"/>
              <a:t>Headline UCL Sans </a:t>
            </a:r>
            <a:r>
              <a:rPr lang="en-GB" dirty="0" err="1"/>
              <a:t>SemiBold</a:t>
            </a:r>
            <a:r>
              <a:rPr lang="en-GB" dirty="0"/>
              <a:t> 36pt</a:t>
            </a:r>
            <a:endParaRPr lang="en-GB" dirty="0"/>
          </a:p>
        </p:txBody>
      </p:sp>
      <p:sp>
        <p:nvSpPr>
          <p:cNvPr id="4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427709" y="1916825"/>
            <a:ext cx="3321240" cy="352830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None/>
              <a:defRPr sz="2400">
                <a:solidFill>
                  <a:schemeClr val="accent1"/>
                </a:solidFill>
              </a:defRPr>
            </a:lvl1pPr>
            <a:lvl2pPr>
              <a:buFont typeface="Wingdings" panose="05000000000000000000" pitchFamily="2" charset="2"/>
              <a:buChar char="§"/>
              <a:defRPr sz="1800"/>
            </a:lvl2pPr>
            <a:lvl3pPr>
              <a:buFont typeface="Wingdings" panose="05000000000000000000" pitchFamily="2" charset="2"/>
              <a:buChar char="§"/>
              <a:defRPr sz="1800"/>
            </a:lvl3pPr>
            <a:lvl4pPr>
              <a:buFont typeface="Wingdings" panose="05000000000000000000" pitchFamily="2" charset="2"/>
              <a:buChar char="§"/>
              <a:defRPr sz="1800"/>
            </a:lvl4pPr>
            <a:lvl5pP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GB" dirty="0"/>
              <a:t>Subheading text style, UCL Sans regular 24pt</a:t>
            </a:r>
            <a:endParaRPr lang="en-GB" dirty="0"/>
          </a:p>
        </p:txBody>
      </p:sp>
      <p:sp>
        <p:nvSpPr>
          <p:cNvPr id="7" name="Text Placehold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670235" y="1916825"/>
            <a:ext cx="3321240" cy="352830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None/>
              <a:defRPr sz="1800">
                <a:solidFill>
                  <a:schemeClr val="tx1"/>
                </a:solidFill>
              </a:defRPr>
            </a:lvl1pPr>
            <a:lvl2pPr>
              <a:buFont typeface="Wingdings" panose="05000000000000000000" pitchFamily="2" charset="2"/>
              <a:buChar char="§"/>
              <a:defRPr sz="1800"/>
            </a:lvl2pPr>
            <a:lvl3pPr>
              <a:buFont typeface="Wingdings" panose="05000000000000000000" pitchFamily="2" charset="2"/>
              <a:buChar char="§"/>
              <a:defRPr sz="1800"/>
            </a:lvl3pPr>
            <a:lvl4pPr>
              <a:buFont typeface="Wingdings" panose="05000000000000000000" pitchFamily="2" charset="2"/>
              <a:buChar char="§"/>
              <a:defRPr sz="1800"/>
            </a:lvl4pPr>
            <a:lvl5pP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GB" dirty="0"/>
              <a:t>Body text, </a:t>
            </a:r>
            <a:endParaRPr lang="en-GB" dirty="0"/>
          </a:p>
          <a:p>
            <a:pPr lvl="0"/>
            <a:r>
              <a:rPr lang="en-GB" dirty="0"/>
              <a:t>UCL Sans Regular 18pt</a:t>
            </a:r>
            <a:endParaRPr lang="en-US" dirty="0"/>
          </a:p>
        </p:txBody>
      </p:sp>
      <p:pic>
        <p:nvPicPr>
          <p:cNvPr id="8" name="Picture 7"/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64572" y="6060701"/>
            <a:ext cx="1421688" cy="39905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mple_Content – 2 column title and  bullet 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09576" y="409575"/>
            <a:ext cx="3786188" cy="1830294"/>
          </a:xfrm>
          <a:prstGeom prst="rect">
            <a:avLst/>
          </a:prstGeom>
        </p:spPr>
        <p:txBody>
          <a:bodyPr anchor="t"/>
          <a:lstStyle>
            <a:lvl1pPr algn="l">
              <a:lnSpc>
                <a:spcPct val="100000"/>
              </a:lnSpc>
              <a:defRPr sz="36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GB" dirty="0"/>
              <a:t>Headline </a:t>
            </a:r>
            <a:br>
              <a:rPr lang="en-GB" dirty="0"/>
            </a:br>
            <a:r>
              <a:rPr lang="en-GB" dirty="0"/>
              <a:t>UCL Sans </a:t>
            </a:r>
            <a:br>
              <a:rPr lang="en-GB" dirty="0"/>
            </a:br>
            <a:r>
              <a:rPr lang="en-GB" dirty="0" err="1"/>
              <a:t>SemiBold</a:t>
            </a:r>
            <a:r>
              <a:rPr lang="en-GB" dirty="0"/>
              <a:t> 36pt</a:t>
            </a:r>
            <a:endParaRPr lang="en-GB" dirty="0"/>
          </a:p>
        </p:txBody>
      </p:sp>
      <p:sp>
        <p:nvSpPr>
          <p:cNvPr id="4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5153818" y="409575"/>
            <a:ext cx="6627019" cy="1006475"/>
          </a:xfrm>
          <a:prstGeom prst="rect">
            <a:avLst/>
          </a:prstGeom>
        </p:spPr>
        <p:txBody>
          <a:bodyPr/>
          <a:lstStyle>
            <a:lvl1pPr>
              <a:buFont typeface="Wingdings" panose="05000000000000000000" pitchFamily="2" charset="2"/>
              <a:buChar char="§"/>
              <a:defRPr sz="1800"/>
            </a:lvl1pPr>
            <a:lvl2pPr>
              <a:buFont typeface="Wingdings" panose="05000000000000000000" pitchFamily="2" charset="2"/>
              <a:buChar char="§"/>
              <a:defRPr sz="1800"/>
            </a:lvl2pPr>
            <a:lvl3pPr>
              <a:buFont typeface="Wingdings" panose="05000000000000000000" pitchFamily="2" charset="2"/>
              <a:buChar char="§"/>
              <a:defRPr sz="1800"/>
            </a:lvl3pPr>
            <a:lvl4pPr>
              <a:buFont typeface="Wingdings" panose="05000000000000000000" pitchFamily="2" charset="2"/>
              <a:buChar char="§"/>
              <a:defRPr sz="1800"/>
            </a:lvl4pPr>
            <a:lvl5pP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GB" dirty="0"/>
              <a:t>Bullet text, UCL Sans Regular 18pt</a:t>
            </a:r>
            <a:endParaRPr lang="en-US" dirty="0"/>
          </a:p>
        </p:txBody>
      </p:sp>
      <p:pic>
        <p:nvPicPr>
          <p:cNvPr id="7" name="Picture 6"/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64572" y="6060701"/>
            <a:ext cx="1421688" cy="39905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mple_Content – 3 column title and bullet 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98531" y="409575"/>
            <a:ext cx="3797231" cy="1830294"/>
          </a:xfrm>
          <a:prstGeom prst="rect">
            <a:avLst/>
          </a:prstGeom>
        </p:spPr>
        <p:txBody>
          <a:bodyPr anchor="t"/>
          <a:lstStyle>
            <a:lvl1pPr algn="l">
              <a:lnSpc>
                <a:spcPct val="100000"/>
              </a:lnSpc>
              <a:defRPr sz="36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GB" dirty="0"/>
              <a:t>Headline </a:t>
            </a:r>
            <a:br>
              <a:rPr lang="en-GB" dirty="0"/>
            </a:br>
            <a:r>
              <a:rPr lang="en-GB" dirty="0"/>
              <a:t>UCL Sans </a:t>
            </a:r>
            <a:r>
              <a:rPr lang="en-GB" dirty="0" err="1"/>
              <a:t>SemiBold</a:t>
            </a:r>
            <a:r>
              <a:rPr lang="en-GB" dirty="0"/>
              <a:t> 36pt</a:t>
            </a:r>
            <a:endParaRPr lang="en-GB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5156981" y="409575"/>
            <a:ext cx="2840039" cy="1291233"/>
          </a:xfrm>
          <a:prstGeom prst="rect">
            <a:avLst/>
          </a:prstGeom>
        </p:spPr>
        <p:txBody>
          <a:bodyPr/>
          <a:lstStyle>
            <a:lvl1pPr>
              <a:buFont typeface="Wingdings" panose="05000000000000000000" pitchFamily="2" charset="2"/>
              <a:buChar char="§"/>
              <a:defRPr sz="1800"/>
            </a:lvl1pPr>
            <a:lvl2pPr>
              <a:buFont typeface="Wingdings" panose="05000000000000000000" pitchFamily="2" charset="2"/>
              <a:buChar char="§"/>
              <a:defRPr sz="1800"/>
            </a:lvl2pPr>
            <a:lvl3pPr>
              <a:buFont typeface="Wingdings" panose="05000000000000000000" pitchFamily="2" charset="2"/>
              <a:buChar char="§"/>
              <a:defRPr sz="1800"/>
            </a:lvl3pPr>
            <a:lvl4pPr>
              <a:buFont typeface="Wingdings" panose="05000000000000000000" pitchFamily="2" charset="2"/>
              <a:buChar char="§"/>
              <a:defRPr sz="1800"/>
            </a:lvl4pPr>
            <a:lvl5pP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GB" dirty="0"/>
              <a:t>Bullet text, </a:t>
            </a:r>
            <a:endParaRPr lang="en-GB" dirty="0"/>
          </a:p>
          <a:p>
            <a:pPr lvl="0"/>
            <a:r>
              <a:rPr lang="en-GB" dirty="0"/>
              <a:t>UCL Sans Regular 18pt</a:t>
            </a:r>
            <a:endParaRPr lang="en-US" dirty="0"/>
          </a:p>
        </p:txBody>
      </p:sp>
      <p:sp>
        <p:nvSpPr>
          <p:cNvPr id="9" name="Text Placeholder 7"/>
          <p:cNvSpPr>
            <a:spLocks noGrp="1"/>
          </p:cNvSpPr>
          <p:nvPr>
            <p:ph type="body" sz="quarter" idx="12" hasCustomPrompt="1"/>
          </p:nvPr>
        </p:nvSpPr>
        <p:spPr>
          <a:xfrm>
            <a:off x="8937625" y="409575"/>
            <a:ext cx="2840039" cy="1291233"/>
          </a:xfrm>
          <a:prstGeom prst="rect">
            <a:avLst/>
          </a:prstGeom>
        </p:spPr>
        <p:txBody>
          <a:bodyPr/>
          <a:lstStyle>
            <a:lvl1pPr>
              <a:buFont typeface="Wingdings" panose="05000000000000000000" pitchFamily="2" charset="2"/>
              <a:buChar char="§"/>
              <a:defRPr sz="1800"/>
            </a:lvl1pPr>
            <a:lvl2pPr>
              <a:buFont typeface="Wingdings" panose="05000000000000000000" pitchFamily="2" charset="2"/>
              <a:buChar char="§"/>
              <a:defRPr sz="1800"/>
            </a:lvl2pPr>
            <a:lvl3pPr>
              <a:buFont typeface="Wingdings" panose="05000000000000000000" pitchFamily="2" charset="2"/>
              <a:buChar char="§"/>
              <a:defRPr sz="1800"/>
            </a:lvl3pPr>
            <a:lvl4pPr>
              <a:buFont typeface="Wingdings" panose="05000000000000000000" pitchFamily="2" charset="2"/>
              <a:buChar char="§"/>
              <a:defRPr sz="1800"/>
            </a:lvl4pPr>
            <a:lvl5pP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GB" dirty="0"/>
              <a:t>Bullet text, </a:t>
            </a:r>
            <a:endParaRPr lang="en-GB" dirty="0"/>
          </a:p>
          <a:p>
            <a:pPr lvl="0"/>
            <a:r>
              <a:rPr lang="en-GB" dirty="0"/>
              <a:t>UCL Sans Regular 18pt</a:t>
            </a:r>
            <a:endParaRPr lang="en-US" dirty="0"/>
          </a:p>
        </p:txBody>
      </p:sp>
      <p:pic>
        <p:nvPicPr>
          <p:cNvPr id="6" name="Picture 5"/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64572" y="6060701"/>
            <a:ext cx="1421688" cy="39905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mple_Divider – 2 column title, subheading, text, table, pictur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92940" y="409575"/>
            <a:ext cx="3757703" cy="1830294"/>
          </a:xfrm>
          <a:prstGeom prst="rect">
            <a:avLst/>
          </a:prstGeom>
        </p:spPr>
        <p:txBody>
          <a:bodyPr anchor="t"/>
          <a:lstStyle>
            <a:lvl1pPr algn="l">
              <a:lnSpc>
                <a:spcPct val="100000"/>
              </a:lnSpc>
              <a:defRPr sz="3600">
                <a:solidFill>
                  <a:srgbClr val="FAFAFA"/>
                </a:solidFill>
              </a:defRPr>
            </a:lvl1pPr>
          </a:lstStyle>
          <a:p>
            <a:r>
              <a:rPr lang="en-GB" dirty="0"/>
              <a:t>Headline UCL Sans </a:t>
            </a:r>
            <a:r>
              <a:rPr lang="en-GB" dirty="0" err="1"/>
              <a:t>SemiBold</a:t>
            </a:r>
            <a:r>
              <a:rPr lang="en-GB" dirty="0"/>
              <a:t> 36pt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392940" y="2422525"/>
            <a:ext cx="3729218" cy="1006475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0" i="0">
                <a:solidFill>
                  <a:schemeClr val="accent3"/>
                </a:solidFill>
                <a:latin typeface="UCL Sans" pitchFamily="2" charset="77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 dirty="0"/>
              <a:t>Subtitle, UCL Sans Regular 24pt</a:t>
            </a:r>
            <a:endParaRPr lang="en-GB" dirty="0"/>
          </a:p>
        </p:txBody>
      </p:sp>
      <p:sp>
        <p:nvSpPr>
          <p:cNvPr id="4" name="Table Placeholder 3" descr="Add a clear, concise statement describing the figures presented in the table"/>
          <p:cNvSpPr>
            <a:spLocks noGrp="1" noRot="1" noMove="1" noResize="1" noEditPoints="1" noAdjustHandles="1" noChangeArrowheads="1" noChangeShapeType="1"/>
          </p:cNvSpPr>
          <p:nvPr>
            <p:ph type="tbl" sz="quarter" idx="12" hasCustomPrompt="1"/>
          </p:nvPr>
        </p:nvSpPr>
        <p:spPr>
          <a:xfrm>
            <a:off x="392940" y="3619500"/>
            <a:ext cx="2841625" cy="28289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icon to add table</a:t>
            </a:r>
            <a:endParaRPr lang="en-US" dirty="0"/>
          </a:p>
        </p:txBody>
      </p:sp>
      <p:sp>
        <p:nvSpPr>
          <p:cNvPr id="11" name="Text Placeholder 2"/>
          <p:cNvSpPr>
            <a:spLocks noGrp="1"/>
          </p:cNvSpPr>
          <p:nvPr>
            <p:ph type="body" idx="15" hasCustomPrompt="1"/>
          </p:nvPr>
        </p:nvSpPr>
        <p:spPr>
          <a:xfrm>
            <a:off x="4411004" y="826261"/>
            <a:ext cx="7369833" cy="412249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 i="0">
                <a:solidFill>
                  <a:schemeClr val="accent3"/>
                </a:solidFill>
                <a:latin typeface="UCL Sans" pitchFamily="2" charset="77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 dirty="0"/>
              <a:t>Body text, UCL Sans Regular 18pt</a:t>
            </a:r>
            <a:endParaRPr lang="en-GB" dirty="0"/>
          </a:p>
        </p:txBody>
      </p:sp>
      <p:sp>
        <p:nvSpPr>
          <p:cNvPr id="6" name="Picture Placeholder 2" descr="Add a clear, concise statement describing the main purpose of the image"/>
          <p:cNvSpPr>
            <a:spLocks noGrp="1"/>
          </p:cNvSpPr>
          <p:nvPr>
            <p:ph type="pic" idx="10"/>
          </p:nvPr>
        </p:nvSpPr>
        <p:spPr>
          <a:xfrm>
            <a:off x="4411005" y="1419226"/>
            <a:ext cx="7371420" cy="44063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 dirty="0"/>
              <a:t>Click icon to add picture</a:t>
            </a:r>
            <a:endParaRPr lang="en-US" dirty="0"/>
          </a:p>
        </p:txBody>
      </p:sp>
      <p:pic>
        <p:nvPicPr>
          <p:cNvPr id="3" name="Picture 2"/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64572" y="6060701"/>
            <a:ext cx="1421688" cy="39905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mple_Content – 2 column title, image, 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56564" y="409575"/>
            <a:ext cx="5965287" cy="1242244"/>
          </a:xfrm>
          <a:prstGeom prst="rect">
            <a:avLst/>
          </a:prstGeom>
        </p:spPr>
        <p:txBody>
          <a:bodyPr anchor="t"/>
          <a:lstStyle>
            <a:lvl1pPr algn="l">
              <a:lnSpc>
                <a:spcPct val="100000"/>
              </a:lnSpc>
              <a:defRPr sz="36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GB" dirty="0"/>
              <a:t>Headline </a:t>
            </a:r>
            <a:br>
              <a:rPr lang="en-GB" dirty="0"/>
            </a:br>
            <a:r>
              <a:rPr lang="en-GB" dirty="0"/>
              <a:t>UCL Sans </a:t>
            </a:r>
            <a:r>
              <a:rPr lang="en-GB" dirty="0" err="1"/>
              <a:t>SemiBold</a:t>
            </a:r>
            <a:r>
              <a:rPr lang="en-GB" dirty="0"/>
              <a:t> 36pt</a:t>
            </a:r>
            <a:endParaRPr lang="en-GB" dirty="0"/>
          </a:p>
        </p:txBody>
      </p:sp>
      <p:sp>
        <p:nvSpPr>
          <p:cNvPr id="7" name="Picture Placeholder 6" descr="Add a clear, concise statement describing the main purpose of the image"/>
          <p:cNvSpPr>
            <a:spLocks noGrp="1"/>
          </p:cNvSpPr>
          <p:nvPr>
            <p:ph type="pic" sz="quarter" idx="13"/>
          </p:nvPr>
        </p:nvSpPr>
        <p:spPr>
          <a:xfrm>
            <a:off x="456564" y="2046440"/>
            <a:ext cx="5516672" cy="216043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456600" y="4438650"/>
            <a:ext cx="5516637" cy="10064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None/>
              <a:defRPr sz="1800"/>
            </a:lvl1pPr>
            <a:lvl2pPr>
              <a:buFont typeface="Wingdings" panose="05000000000000000000" pitchFamily="2" charset="2"/>
              <a:buChar char="§"/>
              <a:defRPr sz="1800"/>
            </a:lvl2pPr>
            <a:lvl3pPr>
              <a:buFont typeface="Wingdings" panose="05000000000000000000" pitchFamily="2" charset="2"/>
              <a:buChar char="§"/>
              <a:defRPr sz="1800"/>
            </a:lvl3pPr>
            <a:lvl4pPr>
              <a:buFont typeface="Wingdings" panose="05000000000000000000" pitchFamily="2" charset="2"/>
              <a:buChar char="§"/>
              <a:defRPr sz="1800"/>
            </a:lvl4pPr>
            <a:lvl5pP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GB" dirty="0"/>
              <a:t>Body text, </a:t>
            </a:r>
            <a:endParaRPr lang="en-GB" dirty="0"/>
          </a:p>
          <a:p>
            <a:pPr lvl="0"/>
            <a:r>
              <a:rPr lang="en-GB" dirty="0"/>
              <a:t>UCL Sans Regular 18pt</a:t>
            </a:r>
            <a:endParaRPr lang="en-US" dirty="0"/>
          </a:p>
        </p:txBody>
      </p:sp>
      <p:sp>
        <p:nvSpPr>
          <p:cNvPr id="8" name="Picture Placeholder 6" descr="Add a clear, concise statement describing the main purpose of the image"/>
          <p:cNvSpPr>
            <a:spLocks noGrp="1"/>
          </p:cNvSpPr>
          <p:nvPr>
            <p:ph type="pic" sz="quarter" idx="14"/>
          </p:nvPr>
        </p:nvSpPr>
        <p:spPr>
          <a:xfrm>
            <a:off x="6282387" y="2046440"/>
            <a:ext cx="5516673" cy="216043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7"/>
          <p:cNvSpPr>
            <a:spLocks noGrp="1"/>
          </p:cNvSpPr>
          <p:nvPr>
            <p:ph type="body" sz="quarter" idx="12" hasCustomPrompt="1"/>
          </p:nvPr>
        </p:nvSpPr>
        <p:spPr>
          <a:xfrm>
            <a:off x="6282388" y="4438650"/>
            <a:ext cx="5494895" cy="10064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None/>
              <a:defRPr sz="1800"/>
            </a:lvl1pPr>
            <a:lvl2pPr>
              <a:buFont typeface="Wingdings" panose="05000000000000000000" pitchFamily="2" charset="2"/>
              <a:buChar char="§"/>
              <a:defRPr sz="1800"/>
            </a:lvl2pPr>
            <a:lvl3pPr>
              <a:buFont typeface="Wingdings" panose="05000000000000000000" pitchFamily="2" charset="2"/>
              <a:buChar char="§"/>
              <a:defRPr sz="1800"/>
            </a:lvl3pPr>
            <a:lvl4pPr>
              <a:buFont typeface="Wingdings" panose="05000000000000000000" pitchFamily="2" charset="2"/>
              <a:buChar char="§"/>
              <a:defRPr sz="1800"/>
            </a:lvl4pPr>
            <a:lvl5pP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GB" dirty="0"/>
              <a:t>Body text, </a:t>
            </a:r>
            <a:endParaRPr lang="en-GB" dirty="0"/>
          </a:p>
          <a:p>
            <a:pPr lvl="0"/>
            <a:r>
              <a:rPr lang="en-GB" dirty="0"/>
              <a:t>UCL Sans Regular 18pt</a:t>
            </a:r>
            <a:endParaRPr lang="en-US" dirty="0"/>
          </a:p>
        </p:txBody>
      </p:sp>
      <p:pic>
        <p:nvPicPr>
          <p:cNvPr id="6" name="Picture 5"/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64572" y="6060701"/>
            <a:ext cx="1421688" cy="39905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imple_Content – Title - 2 column 1 image 1 text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56564" y="409575"/>
            <a:ext cx="5965287" cy="1242244"/>
          </a:xfrm>
          <a:prstGeom prst="rect">
            <a:avLst/>
          </a:prstGeom>
        </p:spPr>
        <p:txBody>
          <a:bodyPr anchor="t"/>
          <a:lstStyle>
            <a:lvl1pPr algn="l">
              <a:lnSpc>
                <a:spcPct val="100000"/>
              </a:lnSpc>
              <a:defRPr sz="36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GB" dirty="0"/>
              <a:t>Headline </a:t>
            </a:r>
            <a:br>
              <a:rPr lang="en-GB" dirty="0"/>
            </a:br>
            <a:r>
              <a:rPr lang="en-GB" dirty="0"/>
              <a:t>UCL Sans </a:t>
            </a:r>
            <a:r>
              <a:rPr lang="en-GB" dirty="0" err="1"/>
              <a:t>SemiBold</a:t>
            </a:r>
            <a:r>
              <a:rPr lang="en-GB" dirty="0"/>
              <a:t> 36pt</a:t>
            </a:r>
            <a:endParaRPr lang="en-GB" dirty="0"/>
          </a:p>
        </p:txBody>
      </p:sp>
      <p:sp>
        <p:nvSpPr>
          <p:cNvPr id="7" name="Picture Placeholder 6" descr="Add a clear, concise statement describing the main purpose of the image"/>
          <p:cNvSpPr>
            <a:spLocks noGrp="1"/>
          </p:cNvSpPr>
          <p:nvPr>
            <p:ph type="pic" sz="quarter" idx="13"/>
          </p:nvPr>
        </p:nvSpPr>
        <p:spPr>
          <a:xfrm>
            <a:off x="456564" y="2046440"/>
            <a:ext cx="4429696" cy="3398685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4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5153818" y="2046440"/>
            <a:ext cx="6627019" cy="339868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None/>
              <a:defRPr sz="1800"/>
            </a:lvl1pPr>
            <a:lvl2pPr>
              <a:buFont typeface="Wingdings" panose="05000000000000000000" pitchFamily="2" charset="2"/>
              <a:buChar char="§"/>
              <a:defRPr sz="1800"/>
            </a:lvl2pPr>
            <a:lvl3pPr>
              <a:buFont typeface="Wingdings" panose="05000000000000000000" pitchFamily="2" charset="2"/>
              <a:buChar char="§"/>
              <a:defRPr sz="1800"/>
            </a:lvl3pPr>
            <a:lvl4pPr>
              <a:buFont typeface="Wingdings" panose="05000000000000000000" pitchFamily="2" charset="2"/>
              <a:buChar char="§"/>
              <a:defRPr sz="1800"/>
            </a:lvl4pPr>
            <a:lvl5pP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GB" dirty="0"/>
              <a:t>Body text, </a:t>
            </a:r>
            <a:endParaRPr lang="en-GB" dirty="0"/>
          </a:p>
          <a:p>
            <a:pPr lvl="0"/>
            <a:r>
              <a:rPr lang="en-GB" dirty="0"/>
              <a:t>UCL Sans Regular 18pt</a:t>
            </a:r>
            <a:endParaRPr lang="en-US" dirty="0"/>
          </a:p>
        </p:txBody>
      </p:sp>
      <p:pic>
        <p:nvPicPr>
          <p:cNvPr id="5" name="Picture 4"/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64572" y="6060701"/>
            <a:ext cx="1421688" cy="39905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– full page image full colour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6" descr="Add a clear, concise statement describing the main purpose of the image"/>
          <p:cNvSpPr>
            <a:spLocks noGrp="1" noRot="1" noMove="1" noResize="1" noEditPoints="1" noAdjustHandles="1" noChangeArrowheads="1" noChangeShapeType="1"/>
          </p:cNvSpPr>
          <p:nvPr>
            <p:ph type="pic" sz="quarter" idx="13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pic>
        <p:nvPicPr>
          <p:cNvPr id="5" name="Picture 4"/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64572" y="6060701"/>
            <a:ext cx="1421688" cy="39905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mple_Content – 4 column title, image, 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25"/>
          <p:cNvSpPr>
            <a:spLocks noGrp="1" noRot="1" noMove="1" noResize="1" noEditPoints="1" noAdjustHandles="1" noChangeArrowheads="1" noChangeShapeType="1"/>
          </p:cNvSpPr>
          <p:nvPr>
            <p:ph type="body" sz="quarter" idx="15" hasCustomPrompt="1"/>
          </p:nvPr>
        </p:nvSpPr>
        <p:spPr>
          <a:xfrm>
            <a:off x="434508" y="409575"/>
            <a:ext cx="8569680" cy="137795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600" b="1" i="0">
                <a:solidFill>
                  <a:schemeClr val="accent1"/>
                </a:solidFill>
                <a:latin typeface="UCL Sans SemiBold" pitchFamily="2" charset="7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GB" dirty="0"/>
              <a:t>Headline </a:t>
            </a:r>
            <a:endParaRPr lang="en-GB" dirty="0"/>
          </a:p>
          <a:p>
            <a:pPr lvl="0"/>
            <a:r>
              <a:rPr lang="en-GB" dirty="0"/>
              <a:t>UCL Sans </a:t>
            </a:r>
            <a:r>
              <a:rPr lang="en-GB" dirty="0" err="1"/>
              <a:t>SemiBold</a:t>
            </a:r>
            <a:r>
              <a:rPr lang="en-GB" dirty="0"/>
              <a:t> 36pt</a:t>
            </a:r>
            <a:endParaRPr lang="en-GB" dirty="0"/>
          </a:p>
        </p:txBody>
      </p:sp>
      <p:sp>
        <p:nvSpPr>
          <p:cNvPr id="7" name="Picture Placeholder 6" descr="Add a clear, concise statement describing the main purpose of the image"/>
          <p:cNvSpPr>
            <a:spLocks noGrp="1"/>
          </p:cNvSpPr>
          <p:nvPr>
            <p:ph type="pic" sz="quarter" idx="13"/>
          </p:nvPr>
        </p:nvSpPr>
        <p:spPr>
          <a:xfrm>
            <a:off x="434507" y="2145327"/>
            <a:ext cx="2717527" cy="1748196"/>
          </a:xfrm>
          <a:prstGeom prst="rect">
            <a:avLst/>
          </a:prstGeom>
        </p:spPr>
        <p:txBody>
          <a:bodyPr/>
          <a:lstStyle/>
          <a:p>
            <a:r>
              <a:rPr lang="en-GB" dirty="0"/>
              <a:t>Click icon to add picture</a:t>
            </a:r>
            <a:endParaRPr lang="en-US" dirty="0"/>
          </a:p>
        </p:txBody>
      </p:sp>
      <p:sp>
        <p:nvSpPr>
          <p:cNvPr id="2" name="Text Placeholder 3"/>
          <p:cNvSpPr>
            <a:spLocks noGrp="1"/>
          </p:cNvSpPr>
          <p:nvPr>
            <p:ph type="body" sz="half" idx="25" hasCustomPrompt="1"/>
          </p:nvPr>
        </p:nvSpPr>
        <p:spPr>
          <a:xfrm>
            <a:off x="434508" y="4087765"/>
            <a:ext cx="2717526" cy="137795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 dirty="0"/>
              <a:t>Body text, </a:t>
            </a:r>
            <a:endParaRPr lang="en-GB" dirty="0"/>
          </a:p>
          <a:p>
            <a:pPr lvl="0"/>
            <a:r>
              <a:rPr lang="en-GB" dirty="0"/>
              <a:t>UCL Sans 18pt</a:t>
            </a:r>
            <a:endParaRPr lang="en-GB" dirty="0"/>
          </a:p>
        </p:txBody>
      </p:sp>
      <p:sp>
        <p:nvSpPr>
          <p:cNvPr id="28" name="Picture Placeholder 6" descr="Add a clear, concise statement describing the main purpose of the image"/>
          <p:cNvSpPr>
            <a:spLocks noGrp="1"/>
          </p:cNvSpPr>
          <p:nvPr>
            <p:ph type="pic" sz="quarter" idx="16"/>
          </p:nvPr>
        </p:nvSpPr>
        <p:spPr>
          <a:xfrm>
            <a:off x="3481193" y="2145327"/>
            <a:ext cx="2539327" cy="1748196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6" hasCustomPrompt="1"/>
          </p:nvPr>
        </p:nvSpPr>
        <p:spPr>
          <a:xfrm>
            <a:off x="3454053" y="4087765"/>
            <a:ext cx="2580038" cy="137795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 dirty="0"/>
              <a:t>Body text, </a:t>
            </a:r>
            <a:endParaRPr lang="en-GB" dirty="0"/>
          </a:p>
          <a:p>
            <a:pPr lvl="0"/>
            <a:r>
              <a:rPr lang="en-GB" dirty="0"/>
              <a:t>UCL Sans 18pt</a:t>
            </a:r>
            <a:endParaRPr lang="en-GB" dirty="0"/>
          </a:p>
        </p:txBody>
      </p:sp>
      <p:sp>
        <p:nvSpPr>
          <p:cNvPr id="35" name="Picture Placeholder 6" descr="Add a clear, concise statement describing the main purpose of the image"/>
          <p:cNvSpPr>
            <a:spLocks noGrp="1"/>
          </p:cNvSpPr>
          <p:nvPr>
            <p:ph type="pic" sz="quarter" idx="20"/>
          </p:nvPr>
        </p:nvSpPr>
        <p:spPr>
          <a:xfrm>
            <a:off x="6349679" y="2145327"/>
            <a:ext cx="2539327" cy="1748196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5" name="Text Placeholder 3"/>
          <p:cNvSpPr>
            <a:spLocks noGrp="1"/>
          </p:cNvSpPr>
          <p:nvPr>
            <p:ph type="body" sz="half" idx="27" hasCustomPrompt="1"/>
          </p:nvPr>
        </p:nvSpPr>
        <p:spPr>
          <a:xfrm>
            <a:off x="6336110" y="4087765"/>
            <a:ext cx="2580038" cy="137795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 dirty="0"/>
              <a:t>Body text, </a:t>
            </a:r>
            <a:endParaRPr lang="en-GB" dirty="0"/>
          </a:p>
          <a:p>
            <a:pPr lvl="0"/>
            <a:r>
              <a:rPr lang="en-GB" dirty="0"/>
              <a:t>UCL Sans 18pt</a:t>
            </a:r>
            <a:endParaRPr lang="en-GB" dirty="0"/>
          </a:p>
        </p:txBody>
      </p:sp>
      <p:sp>
        <p:nvSpPr>
          <p:cNvPr id="36" name="Picture Placeholder 6" descr="Add a clear, concise statement describing the main purpose of the image"/>
          <p:cNvSpPr>
            <a:spLocks noGrp="1"/>
          </p:cNvSpPr>
          <p:nvPr>
            <p:ph type="pic" sz="quarter" idx="21"/>
          </p:nvPr>
        </p:nvSpPr>
        <p:spPr>
          <a:xfrm>
            <a:off x="9218166" y="2145327"/>
            <a:ext cx="2539327" cy="1748196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6" name="Text Placeholder 3"/>
          <p:cNvSpPr>
            <a:spLocks noGrp="1"/>
          </p:cNvSpPr>
          <p:nvPr>
            <p:ph type="body" sz="half" idx="28" hasCustomPrompt="1"/>
          </p:nvPr>
        </p:nvSpPr>
        <p:spPr>
          <a:xfrm>
            <a:off x="9218166" y="4087765"/>
            <a:ext cx="2539326" cy="137795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 dirty="0"/>
              <a:t>Body text, </a:t>
            </a:r>
            <a:endParaRPr lang="en-GB" dirty="0"/>
          </a:p>
          <a:p>
            <a:pPr lvl="0"/>
            <a:r>
              <a:rPr lang="en-GB" dirty="0"/>
              <a:t>UCL Sans 18pt</a:t>
            </a:r>
            <a:endParaRPr lang="en-GB" dirty="0"/>
          </a:p>
        </p:txBody>
      </p:sp>
      <p:pic>
        <p:nvPicPr>
          <p:cNvPr id="3" name="Picture 2"/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64572" y="6060701"/>
            <a:ext cx="1421688" cy="39905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lex_Title  - 2/3 line heading, imag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2"/>
          <p:cNvSpPr>
            <a:spLocks noGrp="1" noRot="1" noMove="1" noResize="1" noEditPoints="1" noAdjustHandles="1" noChangeArrowheads="1" noChangeShapeType="1"/>
          </p:cNvSpPr>
          <p:nvPr>
            <p:ph type="pic" idx="10" hasCustomPrompt="1"/>
          </p:nvPr>
        </p:nvSpPr>
        <p:spPr>
          <a:xfrm>
            <a:off x="-7474" y="0"/>
            <a:ext cx="12192000" cy="68580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100"/>
            </a:lvl1pPr>
            <a:lvl2pPr marL="457200" indent="0">
              <a:buNone/>
              <a:defRPr sz="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dirty="0"/>
              <a:t>Insert and image</a:t>
            </a:r>
            <a:endParaRPr lang="en-US" dirty="0"/>
          </a:p>
        </p:txBody>
      </p:sp>
      <p:pic>
        <p:nvPicPr>
          <p:cNvPr id="2" name="Picture 1" descr="UCL logo, University College London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37625" y="5653541"/>
            <a:ext cx="2843213" cy="798059"/>
          </a:xfrm>
          <a:prstGeom prst="rect">
            <a:avLst/>
          </a:prstGeom>
        </p:spPr>
      </p:pic>
      <p:sp>
        <p:nvSpPr>
          <p:cNvPr id="3" name="Text Placeholder 2"/>
          <p:cNvSpPr>
            <a:spLocks noGrp="1" noRot="1" noMove="1" noResize="1" noEditPoints="1" noAdjustHandles="1" noChangeArrowheads="1" noChangeShapeType="1"/>
          </p:cNvSpPr>
          <p:nvPr>
            <p:ph type="body" sz="quarter" idx="11" hasCustomPrompt="1"/>
          </p:nvPr>
        </p:nvSpPr>
        <p:spPr>
          <a:xfrm>
            <a:off x="1401472" y="1"/>
            <a:ext cx="5633204" cy="6858000"/>
          </a:xfrm>
          <a:prstGeom prst="rect">
            <a:avLst/>
          </a:prstGeom>
          <a:solidFill>
            <a:schemeClr val="accent1"/>
          </a:solidFill>
        </p:spPr>
        <p:txBody>
          <a:bodyPr lIns="360000" tIns="360000" rIns="360000" bIns="36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4200" b="1" i="0">
                <a:solidFill>
                  <a:schemeClr val="accent3"/>
                </a:solidFill>
                <a:latin typeface="UCL Sans SemiBold" pitchFamily="2" charset="77"/>
              </a:defRPr>
            </a:lvl1pPr>
          </a:lstStyle>
          <a:p>
            <a:pPr fontAlgn="auto">
              <a:spcAft>
                <a:spcPts val="0"/>
              </a:spcAft>
            </a:pPr>
            <a:r>
              <a:rPr lang="en-GB" sz="4200" dirty="0">
                <a:solidFill>
                  <a:schemeClr val="accent3"/>
                </a:solidFill>
              </a:rPr>
              <a:t>Main Headline style slide UCL Sans </a:t>
            </a:r>
            <a:r>
              <a:rPr lang="en-GB" sz="4200" dirty="0" err="1">
                <a:solidFill>
                  <a:schemeClr val="accent3"/>
                </a:solidFill>
              </a:rPr>
              <a:t>SemiBold</a:t>
            </a:r>
            <a:r>
              <a:rPr lang="en-GB" sz="4200" dirty="0">
                <a:solidFill>
                  <a:schemeClr val="accent3"/>
                </a:solidFill>
              </a:rPr>
              <a:t> 42pt 2-3 lines max</a:t>
            </a:r>
            <a:endParaRPr lang="en-US" sz="4200" dirty="0">
              <a:solidFill>
                <a:schemeClr val="accent3"/>
              </a:solidFill>
            </a:endParaRPr>
          </a:p>
        </p:txBody>
      </p:sp>
      <p:sp>
        <p:nvSpPr>
          <p:cNvPr id="7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1791890" y="3455778"/>
            <a:ext cx="4807745" cy="707707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0" i="0">
                <a:solidFill>
                  <a:schemeClr val="accent3"/>
                </a:solidFill>
                <a:latin typeface="UCL Sans" pitchFamily="2" charset="77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 dirty="0"/>
              <a:t>Names of Presenters, </a:t>
            </a:r>
            <a:endParaRPr lang="en-GB" dirty="0"/>
          </a:p>
          <a:p>
            <a:pPr lvl="0"/>
            <a:r>
              <a:rPr lang="en-GB" dirty="0"/>
              <a:t>UCL Sans regular 24pt</a:t>
            </a:r>
            <a:endParaRPr lang="en-GB" dirty="0"/>
          </a:p>
        </p:txBody>
      </p:sp>
      <p:sp>
        <p:nvSpPr>
          <p:cNvPr id="5" name="Text Placeholder 2"/>
          <p:cNvSpPr>
            <a:spLocks noGrp="1"/>
          </p:cNvSpPr>
          <p:nvPr>
            <p:ph type="body" idx="12" hasCustomPrompt="1"/>
          </p:nvPr>
        </p:nvSpPr>
        <p:spPr>
          <a:xfrm>
            <a:off x="1791889" y="4503309"/>
            <a:ext cx="4807745" cy="265046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 i="0">
                <a:solidFill>
                  <a:schemeClr val="bg1"/>
                </a:solidFill>
                <a:latin typeface="UCL Sans" pitchFamily="2" charset="77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 dirty="0"/>
              <a:t>Date, UCL Sans regular 18px</a:t>
            </a:r>
            <a:endParaRPr lang="en-GB" dirty="0"/>
          </a:p>
        </p:txBody>
      </p:sp>
      <p:sp>
        <p:nvSpPr>
          <p:cNvPr id="4" name="Rectangle 3"/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-5887" y="0"/>
            <a:ext cx="409575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7034676" y="4532"/>
            <a:ext cx="470692" cy="685346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lex _Content – 1 column title and tex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136124" y="409575"/>
            <a:ext cx="6604548" cy="1009650"/>
          </a:xfrm>
          <a:prstGeom prst="rect">
            <a:avLst/>
          </a:prstGeom>
        </p:spPr>
        <p:txBody>
          <a:bodyPr anchor="t"/>
          <a:lstStyle>
            <a:lvl1pPr algn="l">
              <a:lnSpc>
                <a:spcPct val="100000"/>
              </a:lnSpc>
              <a:defRPr sz="3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dirty="0"/>
              <a:t>Divider section Title </a:t>
            </a:r>
            <a:br>
              <a:rPr lang="en-GB" dirty="0"/>
            </a:br>
            <a:r>
              <a:rPr lang="en-GB" dirty="0"/>
              <a:t>UCL Sans </a:t>
            </a:r>
            <a:r>
              <a:rPr lang="en-GB" dirty="0" err="1"/>
              <a:t>SemiBold</a:t>
            </a:r>
            <a:r>
              <a:rPr lang="en-GB" dirty="0"/>
              <a:t> 36pt</a:t>
            </a:r>
            <a:endParaRPr lang="en-GB" dirty="0"/>
          </a:p>
        </p:txBody>
      </p:sp>
      <p:sp>
        <p:nvSpPr>
          <p:cNvPr id="4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5136124" y="1916825"/>
            <a:ext cx="6604547" cy="352830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None/>
              <a:defRPr sz="1800">
                <a:solidFill>
                  <a:schemeClr val="bg1"/>
                </a:solidFill>
              </a:defRPr>
            </a:lvl1pPr>
            <a:lvl2pPr>
              <a:buFont typeface="Wingdings" panose="05000000000000000000" pitchFamily="2" charset="2"/>
              <a:buChar char="§"/>
              <a:defRPr sz="1800"/>
            </a:lvl2pPr>
            <a:lvl3pPr>
              <a:buFont typeface="Wingdings" panose="05000000000000000000" pitchFamily="2" charset="2"/>
              <a:buChar char="§"/>
              <a:defRPr sz="1800"/>
            </a:lvl3pPr>
            <a:lvl4pPr>
              <a:buFont typeface="Wingdings" panose="05000000000000000000" pitchFamily="2" charset="2"/>
              <a:buChar char="§"/>
              <a:defRPr sz="1800"/>
            </a:lvl4pPr>
            <a:lvl5pP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GB" dirty="0"/>
              <a:t>Body text, </a:t>
            </a:r>
            <a:endParaRPr lang="en-GB" dirty="0"/>
          </a:p>
          <a:p>
            <a:pPr lvl="0"/>
            <a:r>
              <a:rPr lang="en-GB" dirty="0"/>
              <a:t>UCL Sans Regular 18pt</a:t>
            </a:r>
            <a:endParaRPr lang="en-US" dirty="0"/>
          </a:p>
        </p:txBody>
      </p:sp>
      <p:sp>
        <p:nvSpPr>
          <p:cNvPr id="5" name="Rectangle 4"/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1354138" y="0"/>
            <a:ext cx="18923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4535" y="2448"/>
            <a:ext cx="409575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/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64572" y="6060701"/>
            <a:ext cx="1421688" cy="39905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lex _ Divider – 2 column title, text, table, imag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1354138" y="409575"/>
            <a:ext cx="3757703" cy="1830294"/>
          </a:xfrm>
          <a:prstGeom prst="rect">
            <a:avLst/>
          </a:prstGeom>
        </p:spPr>
        <p:txBody>
          <a:bodyPr anchor="t"/>
          <a:lstStyle>
            <a:lvl1pPr algn="l">
              <a:lnSpc>
                <a:spcPct val="100000"/>
              </a:lnSpc>
              <a:defRPr sz="3600">
                <a:solidFill>
                  <a:srgbClr val="FAFAFA"/>
                </a:solidFill>
              </a:defRPr>
            </a:lvl1pPr>
          </a:lstStyle>
          <a:p>
            <a:r>
              <a:rPr lang="en-GB" dirty="0"/>
              <a:t>Headline </a:t>
            </a:r>
            <a:br>
              <a:rPr lang="en-GB" dirty="0"/>
            </a:br>
            <a:r>
              <a:rPr lang="en-GB" dirty="0"/>
              <a:t>UCL Sans </a:t>
            </a:r>
            <a:r>
              <a:rPr lang="en-GB" dirty="0" err="1"/>
              <a:t>SemiBold</a:t>
            </a:r>
            <a:r>
              <a:rPr lang="en-GB" dirty="0"/>
              <a:t> 36pt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1382624" y="2422525"/>
            <a:ext cx="3729218" cy="1006475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0" i="0">
                <a:solidFill>
                  <a:schemeClr val="accent3"/>
                </a:solidFill>
                <a:latin typeface="UCL Sans" pitchFamily="2" charset="77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 dirty="0"/>
              <a:t>Subtitle, UCL Sans Regular 24pt</a:t>
            </a:r>
            <a:endParaRPr lang="en-GB" dirty="0"/>
          </a:p>
        </p:txBody>
      </p:sp>
      <p:sp>
        <p:nvSpPr>
          <p:cNvPr id="4" name="Table Placeholder 3"/>
          <p:cNvSpPr>
            <a:spLocks noGrp="1"/>
          </p:cNvSpPr>
          <p:nvPr>
            <p:ph type="tbl" sz="quarter" idx="12"/>
          </p:nvPr>
        </p:nvSpPr>
        <p:spPr>
          <a:xfrm>
            <a:off x="1354139" y="3558615"/>
            <a:ext cx="2668022" cy="28289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1" name="Text Placeholder 2"/>
          <p:cNvSpPr>
            <a:spLocks noGrp="1"/>
          </p:cNvSpPr>
          <p:nvPr>
            <p:ph type="body" idx="15" hasCustomPrompt="1"/>
          </p:nvPr>
        </p:nvSpPr>
        <p:spPr>
          <a:xfrm>
            <a:off x="5272740" y="882638"/>
            <a:ext cx="6508098" cy="412249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 i="0">
                <a:solidFill>
                  <a:schemeClr val="accent3"/>
                </a:solidFill>
                <a:latin typeface="UCL Sans" pitchFamily="2" charset="77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 dirty="0"/>
              <a:t>Text, UCL Sans Regular 18pt</a:t>
            </a:r>
            <a:endParaRPr lang="en-GB" dirty="0"/>
          </a:p>
        </p:txBody>
      </p:sp>
      <p:sp>
        <p:nvSpPr>
          <p:cNvPr id="6" name="Picture Placeholder 2" descr="Add a clear, concise statement describing the main purpose of the image"/>
          <p:cNvSpPr>
            <a:spLocks noGrp="1"/>
          </p:cNvSpPr>
          <p:nvPr>
            <p:ph type="pic" idx="10"/>
          </p:nvPr>
        </p:nvSpPr>
        <p:spPr>
          <a:xfrm>
            <a:off x="5275105" y="1419226"/>
            <a:ext cx="6507320" cy="44063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3" name="Rectangle 2"/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409575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/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64572" y="6060701"/>
            <a:ext cx="1421688" cy="39905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lex _Content – 2 column 1 title, 2 images, 2 text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1354138" y="409575"/>
            <a:ext cx="5965287" cy="1242244"/>
          </a:xfrm>
          <a:prstGeom prst="rect">
            <a:avLst/>
          </a:prstGeom>
        </p:spPr>
        <p:txBody>
          <a:bodyPr anchor="t"/>
          <a:lstStyle>
            <a:lvl1pPr algn="l">
              <a:lnSpc>
                <a:spcPct val="100000"/>
              </a:lnSpc>
              <a:defRPr sz="36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GB" dirty="0"/>
              <a:t>Headline </a:t>
            </a:r>
            <a:br>
              <a:rPr lang="en-GB" dirty="0"/>
            </a:br>
            <a:r>
              <a:rPr lang="en-GB" dirty="0"/>
              <a:t>UCL Sans </a:t>
            </a:r>
            <a:r>
              <a:rPr lang="en-GB" dirty="0" err="1"/>
              <a:t>SemiBold</a:t>
            </a:r>
            <a:r>
              <a:rPr lang="en-GB" dirty="0"/>
              <a:t> 36pt</a:t>
            </a:r>
            <a:endParaRPr lang="en-GB" dirty="0"/>
          </a:p>
        </p:txBody>
      </p:sp>
      <p:sp>
        <p:nvSpPr>
          <p:cNvPr id="7" name="Picture Placeholder 6" descr="Add a clear, concise statement describing the main purpose of the image"/>
          <p:cNvSpPr>
            <a:spLocks noGrp="1"/>
          </p:cNvSpPr>
          <p:nvPr>
            <p:ph type="pic" sz="quarter" idx="13"/>
          </p:nvPr>
        </p:nvSpPr>
        <p:spPr>
          <a:xfrm>
            <a:off x="1354138" y="2046440"/>
            <a:ext cx="5070914" cy="216043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1353402" y="4438650"/>
            <a:ext cx="5070914" cy="1006475"/>
          </a:xfrm>
          <a:prstGeom prst="rect">
            <a:avLst/>
          </a:prstGeom>
        </p:spPr>
        <p:txBody>
          <a:bodyPr/>
          <a:lstStyle>
            <a:lvl1pPr marL="0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None/>
              <a:defRPr sz="1800"/>
            </a:lvl1pPr>
            <a:lvl2pPr>
              <a:buFont typeface="Wingdings" panose="05000000000000000000" pitchFamily="2" charset="2"/>
              <a:buChar char="§"/>
              <a:defRPr sz="1800"/>
            </a:lvl2pPr>
            <a:lvl3pPr>
              <a:buFont typeface="Wingdings" panose="05000000000000000000" pitchFamily="2" charset="2"/>
              <a:buChar char="§"/>
              <a:defRPr sz="1800"/>
            </a:lvl3pPr>
            <a:lvl4pPr>
              <a:buFont typeface="Wingdings" panose="05000000000000000000" pitchFamily="2" charset="2"/>
              <a:buChar char="§"/>
              <a:defRPr sz="1800"/>
            </a:lvl4pPr>
            <a:lvl5pP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GB" dirty="0"/>
              <a:t>Body text, UCL Sans Regular 18pt</a:t>
            </a:r>
            <a:endParaRPr lang="en-US" dirty="0"/>
          </a:p>
        </p:txBody>
      </p:sp>
      <p:sp>
        <p:nvSpPr>
          <p:cNvPr id="8" name="Picture Placeholder 6" descr="Add a clear, concise statement describing the main purpose of the image"/>
          <p:cNvSpPr>
            <a:spLocks noGrp="1"/>
          </p:cNvSpPr>
          <p:nvPr>
            <p:ph type="pic" sz="quarter" idx="14"/>
          </p:nvPr>
        </p:nvSpPr>
        <p:spPr>
          <a:xfrm>
            <a:off x="6686368" y="2046440"/>
            <a:ext cx="5070914" cy="216043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7"/>
          <p:cNvSpPr>
            <a:spLocks noGrp="1"/>
          </p:cNvSpPr>
          <p:nvPr>
            <p:ph type="body" sz="quarter" idx="12" hasCustomPrompt="1"/>
          </p:nvPr>
        </p:nvSpPr>
        <p:spPr>
          <a:xfrm>
            <a:off x="6686367" y="4438650"/>
            <a:ext cx="5049033" cy="1006475"/>
          </a:xfrm>
          <a:prstGeom prst="rect">
            <a:avLst/>
          </a:prstGeom>
        </p:spPr>
        <p:txBody>
          <a:bodyPr/>
          <a:lstStyle>
            <a:lvl1pPr marL="0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None/>
              <a:defRPr sz="1800"/>
            </a:lvl1pPr>
            <a:lvl2pPr>
              <a:buFont typeface="Wingdings" panose="05000000000000000000" pitchFamily="2" charset="2"/>
              <a:buChar char="§"/>
              <a:defRPr sz="1800"/>
            </a:lvl2pPr>
            <a:lvl3pPr>
              <a:buFont typeface="Wingdings" panose="05000000000000000000" pitchFamily="2" charset="2"/>
              <a:buChar char="§"/>
              <a:defRPr sz="1800"/>
            </a:lvl3pPr>
            <a:lvl4pPr>
              <a:buFont typeface="Wingdings" panose="05000000000000000000" pitchFamily="2" charset="2"/>
              <a:buChar char="§"/>
              <a:defRPr sz="1800"/>
            </a:lvl4pPr>
            <a:lvl5pP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GB" dirty="0"/>
              <a:t>Body text, UCL Sans Regular 18pt</a:t>
            </a:r>
            <a:endParaRPr lang="en-US" dirty="0"/>
          </a:p>
        </p:txBody>
      </p:sp>
      <p:sp>
        <p:nvSpPr>
          <p:cNvPr id="6" name="Rectangle 5"/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409575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/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64572" y="6060701"/>
            <a:ext cx="1421688" cy="39905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mplex _Content – 2 column 1 title, 2 images, 2 text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ctrTitle" hasCustomPrompt="1"/>
          </p:nvPr>
        </p:nvSpPr>
        <p:spPr>
          <a:xfrm>
            <a:off x="1343450" y="409575"/>
            <a:ext cx="5965287" cy="1242244"/>
          </a:xfrm>
          <a:prstGeom prst="rect">
            <a:avLst/>
          </a:prstGeom>
        </p:spPr>
        <p:txBody>
          <a:bodyPr anchor="t"/>
          <a:lstStyle>
            <a:lvl1pPr algn="l">
              <a:lnSpc>
                <a:spcPct val="100000"/>
              </a:lnSpc>
              <a:defRPr sz="36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GB" dirty="0"/>
              <a:t>Headline </a:t>
            </a:r>
            <a:br>
              <a:rPr lang="en-GB" dirty="0"/>
            </a:br>
            <a:r>
              <a:rPr lang="en-GB" dirty="0"/>
              <a:t>UCL Sans </a:t>
            </a:r>
            <a:r>
              <a:rPr lang="en-GB" dirty="0" err="1"/>
              <a:t>SemiBold</a:t>
            </a:r>
            <a:r>
              <a:rPr lang="en-GB" dirty="0"/>
              <a:t> 36pt</a:t>
            </a:r>
            <a:endParaRPr lang="en-GB" dirty="0"/>
          </a:p>
        </p:txBody>
      </p:sp>
      <p:sp>
        <p:nvSpPr>
          <p:cNvPr id="10" name="Picture Placeholder 6" descr="Add a clear, concise statement describing the main purpose of the image"/>
          <p:cNvSpPr>
            <a:spLocks noGrp="1"/>
          </p:cNvSpPr>
          <p:nvPr>
            <p:ph type="pic" sz="quarter" idx="13"/>
          </p:nvPr>
        </p:nvSpPr>
        <p:spPr>
          <a:xfrm>
            <a:off x="1343449" y="2046440"/>
            <a:ext cx="4502211" cy="339868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1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6096000" y="2046440"/>
            <a:ext cx="5684838" cy="339868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None/>
              <a:defRPr sz="1800"/>
            </a:lvl1pPr>
            <a:lvl2pPr>
              <a:buFont typeface="Wingdings" panose="05000000000000000000" pitchFamily="2" charset="2"/>
              <a:buChar char="§"/>
              <a:defRPr sz="1800"/>
            </a:lvl2pPr>
            <a:lvl3pPr>
              <a:buFont typeface="Wingdings" panose="05000000000000000000" pitchFamily="2" charset="2"/>
              <a:buChar char="§"/>
              <a:defRPr sz="1800"/>
            </a:lvl3pPr>
            <a:lvl4pPr>
              <a:buFont typeface="Wingdings" panose="05000000000000000000" pitchFamily="2" charset="2"/>
              <a:buChar char="§"/>
              <a:defRPr sz="1800"/>
            </a:lvl4pPr>
            <a:lvl5pP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GB" dirty="0"/>
              <a:t>Body text, </a:t>
            </a:r>
            <a:endParaRPr lang="en-GB" dirty="0"/>
          </a:p>
          <a:p>
            <a:pPr lvl="0"/>
            <a:r>
              <a:rPr lang="en-GB" dirty="0"/>
              <a:t>UCL Sans Regular 18pt</a:t>
            </a:r>
            <a:endParaRPr lang="en-US" dirty="0"/>
          </a:p>
        </p:txBody>
      </p:sp>
      <p:sp>
        <p:nvSpPr>
          <p:cNvPr id="6" name="Rectangle 5"/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409575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/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64572" y="6060701"/>
            <a:ext cx="1421688" cy="39905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lex _Content – 4 column title, 4 images, 4 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25"/>
          <p:cNvSpPr>
            <a:spLocks noGrp="1"/>
          </p:cNvSpPr>
          <p:nvPr>
            <p:ph type="body" sz="quarter" idx="15" hasCustomPrompt="1"/>
          </p:nvPr>
        </p:nvSpPr>
        <p:spPr>
          <a:xfrm>
            <a:off x="1354138" y="409575"/>
            <a:ext cx="8569680" cy="1377950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None/>
              <a:defRPr sz="3600" b="1" i="0">
                <a:solidFill>
                  <a:schemeClr val="accent1"/>
                </a:solidFill>
                <a:latin typeface="UCL Sans SemiBold" pitchFamily="2" charset="7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GB" dirty="0"/>
              <a:t>Headline </a:t>
            </a:r>
            <a:endParaRPr lang="en-GB" dirty="0"/>
          </a:p>
          <a:p>
            <a:pPr lvl="0"/>
            <a:r>
              <a:rPr lang="en-GB" dirty="0"/>
              <a:t>UCL </a:t>
            </a:r>
            <a:r>
              <a:rPr lang="en-GB" dirty="0" err="1"/>
              <a:t>SemiBold</a:t>
            </a:r>
            <a:r>
              <a:rPr lang="en-GB" dirty="0"/>
              <a:t> 36pt</a:t>
            </a:r>
            <a:endParaRPr lang="en-GB" dirty="0"/>
          </a:p>
        </p:txBody>
      </p:sp>
      <p:sp>
        <p:nvSpPr>
          <p:cNvPr id="7" name="Picture Placeholder 6" descr="Add a clear, concise statement describing the main purpose of the image"/>
          <p:cNvSpPr>
            <a:spLocks noGrp="1"/>
          </p:cNvSpPr>
          <p:nvPr>
            <p:ph type="pic" sz="quarter" idx="13"/>
          </p:nvPr>
        </p:nvSpPr>
        <p:spPr>
          <a:xfrm>
            <a:off x="1354136" y="2185495"/>
            <a:ext cx="2445318" cy="1748196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1354135" y="4204795"/>
            <a:ext cx="2438375" cy="1242244"/>
          </a:xfrm>
          <a:prstGeom prst="rect">
            <a:avLst/>
          </a:prstGeom>
        </p:spPr>
        <p:txBody>
          <a:bodyPr anchor="t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 sz="1800" b="0" i="0">
                <a:solidFill>
                  <a:schemeClr val="tx2"/>
                </a:solidFill>
                <a:latin typeface="UCL Sans" pitchFamily="2" charset="77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GB" dirty="0"/>
              <a:t>Body text, </a:t>
            </a:r>
            <a:br>
              <a:rPr lang="en-GB" dirty="0"/>
            </a:br>
            <a:r>
              <a:rPr lang="en-GB" dirty="0"/>
              <a:t>UCL Sans Regular 18pt</a:t>
            </a:r>
            <a:endParaRPr lang="en-GB" dirty="0"/>
          </a:p>
        </p:txBody>
      </p:sp>
      <p:sp>
        <p:nvSpPr>
          <p:cNvPr id="28" name="Picture Placeholder 6" descr="Add a clear, concise statement describing the main purpose of the image"/>
          <p:cNvSpPr>
            <a:spLocks noGrp="1"/>
          </p:cNvSpPr>
          <p:nvPr>
            <p:ph type="pic" sz="quarter" idx="16"/>
          </p:nvPr>
        </p:nvSpPr>
        <p:spPr>
          <a:xfrm>
            <a:off x="4014597" y="2185495"/>
            <a:ext cx="2445318" cy="1748196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0" name="Text Placeholder 29"/>
          <p:cNvSpPr>
            <a:spLocks noGrp="1"/>
          </p:cNvSpPr>
          <p:nvPr>
            <p:ph type="body" sz="quarter" idx="17" hasCustomPrompt="1"/>
          </p:nvPr>
        </p:nvSpPr>
        <p:spPr>
          <a:xfrm>
            <a:off x="4014597" y="4204795"/>
            <a:ext cx="2445318" cy="1268976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 i="0">
                <a:latin typeface="UCL Sans" pitchFamily="2" charset="77"/>
              </a:defRPr>
            </a:lvl1pPr>
            <a:lvl2pPr>
              <a:buNone/>
              <a:defRPr sz="1200" b="0" i="0">
                <a:latin typeface="UCL Sans" pitchFamily="2" charset="77"/>
              </a:defRPr>
            </a:lvl2pPr>
            <a:lvl3pPr>
              <a:buNone/>
              <a:defRPr sz="1200" b="0" i="0">
                <a:latin typeface="UCL Sans" pitchFamily="2" charset="77"/>
              </a:defRPr>
            </a:lvl3pPr>
            <a:lvl4pPr>
              <a:buNone/>
              <a:defRPr sz="1200" b="0" i="0">
                <a:latin typeface="UCL Sans" pitchFamily="2" charset="77"/>
              </a:defRPr>
            </a:lvl4pPr>
            <a:lvl5pPr>
              <a:buNone/>
              <a:defRPr sz="1200" b="0" i="0">
                <a:latin typeface="UCL Sans" pitchFamily="2" charset="77"/>
              </a:defRPr>
            </a:lvl5pPr>
          </a:lstStyle>
          <a:p>
            <a:pPr lvl="0"/>
            <a:r>
              <a:rPr lang="en-GB" dirty="0"/>
              <a:t>Body text, </a:t>
            </a:r>
            <a:br>
              <a:rPr lang="en-GB" dirty="0"/>
            </a:br>
            <a:r>
              <a:rPr lang="en-GB" dirty="0"/>
              <a:t>UCL Sans Regular 18pt</a:t>
            </a:r>
            <a:endParaRPr lang="en-US" dirty="0"/>
          </a:p>
        </p:txBody>
      </p:sp>
      <p:sp>
        <p:nvSpPr>
          <p:cNvPr id="35" name="Picture Placeholder 6" descr="Add a clear, concise statement describing the main purpose of the image"/>
          <p:cNvSpPr>
            <a:spLocks noGrp="1"/>
          </p:cNvSpPr>
          <p:nvPr>
            <p:ph type="pic" sz="quarter" idx="20"/>
          </p:nvPr>
        </p:nvSpPr>
        <p:spPr>
          <a:xfrm>
            <a:off x="6675058" y="2185495"/>
            <a:ext cx="2445318" cy="1748196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2" name="Text Placeholder 31"/>
          <p:cNvSpPr>
            <a:spLocks noGrp="1"/>
          </p:cNvSpPr>
          <p:nvPr>
            <p:ph type="body" sz="quarter" idx="18" hasCustomPrompt="1"/>
          </p:nvPr>
        </p:nvSpPr>
        <p:spPr>
          <a:xfrm>
            <a:off x="6675058" y="4204795"/>
            <a:ext cx="2426413" cy="124224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 i="0">
                <a:latin typeface="UCL Sans" pitchFamily="2" charset="77"/>
              </a:defRPr>
            </a:lvl1pPr>
            <a:lvl2pPr>
              <a:buNone/>
              <a:defRPr sz="1200" b="0" i="0">
                <a:latin typeface="UCL Sans" pitchFamily="2" charset="77"/>
              </a:defRPr>
            </a:lvl2pPr>
            <a:lvl3pPr>
              <a:buNone/>
              <a:defRPr sz="1200" b="0" i="0">
                <a:latin typeface="UCL Sans" pitchFamily="2" charset="77"/>
              </a:defRPr>
            </a:lvl3pPr>
            <a:lvl4pPr>
              <a:buNone/>
              <a:defRPr sz="1200" b="0" i="0">
                <a:latin typeface="UCL Sans" pitchFamily="2" charset="77"/>
              </a:defRPr>
            </a:lvl4pPr>
            <a:lvl5pPr>
              <a:buNone/>
              <a:defRPr sz="1200" b="0" i="0">
                <a:latin typeface="UCL Sans" pitchFamily="2" charset="77"/>
              </a:defRPr>
            </a:lvl5pPr>
          </a:lstStyle>
          <a:p>
            <a:pPr lvl="0"/>
            <a:r>
              <a:rPr lang="en-GB" dirty="0"/>
              <a:t>Body text, </a:t>
            </a:r>
            <a:br>
              <a:rPr lang="en-GB" dirty="0"/>
            </a:br>
            <a:r>
              <a:rPr lang="en-GB" dirty="0"/>
              <a:t>UCL Sans Regular 18pt</a:t>
            </a:r>
            <a:endParaRPr lang="en-US" dirty="0"/>
          </a:p>
        </p:txBody>
      </p:sp>
      <p:sp>
        <p:nvSpPr>
          <p:cNvPr id="36" name="Picture Placeholder 6" descr="Add a clear, concise statement describing the main purpose of the image"/>
          <p:cNvSpPr>
            <a:spLocks noGrp="1"/>
          </p:cNvSpPr>
          <p:nvPr>
            <p:ph type="pic" sz="quarter" idx="21"/>
          </p:nvPr>
        </p:nvSpPr>
        <p:spPr>
          <a:xfrm>
            <a:off x="9335520" y="2185495"/>
            <a:ext cx="2445318" cy="1748196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4" name="Text Placeholder 33"/>
          <p:cNvSpPr>
            <a:spLocks noGrp="1"/>
          </p:cNvSpPr>
          <p:nvPr>
            <p:ph type="body" sz="quarter" idx="19" hasCustomPrompt="1"/>
          </p:nvPr>
        </p:nvSpPr>
        <p:spPr>
          <a:xfrm>
            <a:off x="9320932" y="4204795"/>
            <a:ext cx="2459905" cy="126682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 i="0">
                <a:latin typeface="UCL Sans" pitchFamily="2" charset="77"/>
              </a:defRPr>
            </a:lvl1pPr>
            <a:lvl2pPr>
              <a:buNone/>
              <a:defRPr sz="1200" b="0" i="0">
                <a:latin typeface="UCL Sans" pitchFamily="2" charset="77"/>
              </a:defRPr>
            </a:lvl2pPr>
            <a:lvl3pPr>
              <a:buNone/>
              <a:defRPr sz="1200" b="0" i="0">
                <a:latin typeface="UCL Sans" pitchFamily="2" charset="77"/>
              </a:defRPr>
            </a:lvl3pPr>
            <a:lvl4pPr>
              <a:buNone/>
              <a:defRPr sz="1200" b="0" i="0">
                <a:latin typeface="UCL Sans" pitchFamily="2" charset="77"/>
              </a:defRPr>
            </a:lvl4pPr>
            <a:lvl5pPr>
              <a:buNone/>
              <a:defRPr sz="1200" b="0" i="0">
                <a:latin typeface="UCL Sans" pitchFamily="2" charset="77"/>
              </a:defRPr>
            </a:lvl5pPr>
          </a:lstStyle>
          <a:p>
            <a:pPr lvl="0"/>
            <a:r>
              <a:rPr lang="en-GB" dirty="0"/>
              <a:t>Body text, </a:t>
            </a:r>
            <a:br>
              <a:rPr lang="en-GB" dirty="0"/>
            </a:br>
            <a:r>
              <a:rPr lang="en-GB" dirty="0"/>
              <a:t>UCL Sans Regular 18pt</a:t>
            </a:r>
            <a:endParaRPr lang="en-US" dirty="0"/>
          </a:p>
        </p:txBody>
      </p:sp>
      <p:sp>
        <p:nvSpPr>
          <p:cNvPr id="4" name="Rectangle 3"/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-11993"/>
            <a:ext cx="409575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/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64572" y="6060701"/>
            <a:ext cx="1421688" cy="39905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lex _Content – 2 column title, 1 subheading, 2 image/graphs/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1354139" y="421180"/>
            <a:ext cx="4303112" cy="156091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600" b="1" i="0">
                <a:solidFill>
                  <a:schemeClr val="accent1"/>
                </a:solidFill>
                <a:latin typeface="UCL Sans SemiBold" pitchFamily="2" charset="77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 dirty="0"/>
              <a:t>Headline </a:t>
            </a:r>
            <a:endParaRPr lang="en-GB" dirty="0"/>
          </a:p>
          <a:p>
            <a:pPr lvl="0"/>
            <a:r>
              <a:rPr lang="en-GB" dirty="0"/>
              <a:t>UCL Sans </a:t>
            </a:r>
            <a:endParaRPr lang="en-GB" dirty="0"/>
          </a:p>
          <a:p>
            <a:pPr lvl="0"/>
            <a:r>
              <a:rPr lang="en-GB" dirty="0" err="1"/>
              <a:t>SemiBold</a:t>
            </a:r>
            <a:r>
              <a:rPr lang="en-GB" dirty="0"/>
              <a:t> 36pt</a:t>
            </a:r>
            <a:endParaRPr lang="en-GB" dirty="0"/>
          </a:p>
        </p:txBody>
      </p:sp>
      <p:sp>
        <p:nvSpPr>
          <p:cNvPr id="9" name="Text Placeholder 3"/>
          <p:cNvSpPr>
            <a:spLocks noGrp="1"/>
          </p:cNvSpPr>
          <p:nvPr>
            <p:ph type="body" sz="half" idx="13" hasCustomPrompt="1"/>
          </p:nvPr>
        </p:nvSpPr>
        <p:spPr>
          <a:xfrm>
            <a:off x="6096001" y="419192"/>
            <a:ext cx="5684838" cy="1128506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0" i="0">
                <a:solidFill>
                  <a:schemeClr val="accent1"/>
                </a:solidFill>
                <a:latin typeface="UCL Sans" pitchFamily="2" charset="77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 dirty="0"/>
              <a:t>Subheading text style, </a:t>
            </a:r>
            <a:endParaRPr lang="en-GB" dirty="0"/>
          </a:p>
          <a:p>
            <a:pPr lvl="0"/>
            <a:r>
              <a:rPr lang="en-GB" dirty="0"/>
              <a:t>UCL Sans regular 24pt</a:t>
            </a:r>
            <a:endParaRPr lang="en-GB" dirty="0"/>
          </a:p>
        </p:txBody>
      </p:sp>
      <p:sp>
        <p:nvSpPr>
          <p:cNvPr id="6" name="Content Placeholder 3"/>
          <p:cNvSpPr>
            <a:spLocks noGrp="1"/>
          </p:cNvSpPr>
          <p:nvPr>
            <p:ph sz="half" idx="1" hasCustomPrompt="1"/>
          </p:nvPr>
        </p:nvSpPr>
        <p:spPr>
          <a:xfrm>
            <a:off x="1354138" y="2422525"/>
            <a:ext cx="4303112" cy="3022601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90204" pitchFamily="34" charset="0"/>
              <a:buNone/>
              <a:defRPr sz="1800"/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90204" pitchFamily="34" charset="0"/>
              <a:buNone/>
              <a:defRPr/>
            </a:pPr>
            <a:r>
              <a:rPr lang="en-GB" dirty="0"/>
              <a:t>Space for graphs, images, charts</a:t>
            </a:r>
            <a:endParaRPr lang="en-US" dirty="0"/>
          </a:p>
        </p:txBody>
      </p:sp>
      <p:sp>
        <p:nvSpPr>
          <p:cNvPr id="7" name="Content Placeholder 5"/>
          <p:cNvSpPr>
            <a:spLocks noGrp="1"/>
          </p:cNvSpPr>
          <p:nvPr>
            <p:ph sz="half" idx="12" hasCustomPrompt="1"/>
          </p:nvPr>
        </p:nvSpPr>
        <p:spPr>
          <a:xfrm>
            <a:off x="6096000" y="2422525"/>
            <a:ext cx="5649921" cy="3022601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90204" pitchFamily="34" charset="0"/>
              <a:buNone/>
              <a:defRPr sz="1800"/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90204" pitchFamily="34" charset="0"/>
              <a:buNone/>
              <a:defRPr/>
            </a:pPr>
            <a:r>
              <a:rPr lang="en-GB" dirty="0"/>
              <a:t>Space for graphs, images, charts</a:t>
            </a:r>
            <a:endParaRPr lang="en-US" dirty="0"/>
          </a:p>
          <a:p>
            <a:endParaRPr lang="en-US" dirty="0"/>
          </a:p>
        </p:txBody>
      </p:sp>
      <p:sp>
        <p:nvSpPr>
          <p:cNvPr id="11" name="Rectangle 10"/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-18137" y="0"/>
            <a:ext cx="409575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/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64572" y="6060701"/>
            <a:ext cx="1421688" cy="39905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tent – full page image white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6" descr="Add a clear, concise statement describing the main purpose of the image"/>
          <p:cNvSpPr>
            <a:spLocks noGrp="1" noRot="1" noMove="1" noResize="1" noEditPoints="1" noAdjustHandles="1" noChangeArrowheads="1" noChangeShapeType="1"/>
          </p:cNvSpPr>
          <p:nvPr>
            <p:ph type="pic" sz="quarter" idx="13"/>
          </p:nvPr>
        </p:nvSpPr>
        <p:spPr>
          <a:xfrm>
            <a:off x="391438" y="0"/>
            <a:ext cx="11800562" cy="68580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1" name="Rectangle 10"/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-18137" y="0"/>
            <a:ext cx="409575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/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60890" y="6067187"/>
            <a:ext cx="1432605" cy="402117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theme" Target="../theme/theme2.xml"/><Relationship Id="rId8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3.xml"/><Relationship Id="rId5" Type="http://schemas.openxmlformats.org/officeDocument/2006/relationships/slideLayout" Target="../slideLayouts/slideLayout22.xml"/><Relationship Id="rId4" Type="http://schemas.openxmlformats.org/officeDocument/2006/relationships/slideLayout" Target="../slideLayouts/slideLayout21.xml"/><Relationship Id="rId3" Type="http://schemas.openxmlformats.org/officeDocument/2006/relationships/slideLayout" Target="../slideLayouts/slideLayout20.xml"/><Relationship Id="rId2" Type="http://schemas.openxmlformats.org/officeDocument/2006/relationships/slideLayout" Target="../slideLayouts/slideLayout19.xml"/><Relationship Id="rId1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 noChangeArrowheads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en-GB" altLang="en-US"/>
              <a:t>Click to edit Master title style</a:t>
            </a:r>
            <a:endParaRPr lang="en-US" altLang="en-US"/>
          </a:p>
        </p:txBody>
      </p:sp>
      <p:sp>
        <p:nvSpPr>
          <p:cNvPr id="3" name="Text Placeholder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en-GB" altLang="en-US"/>
              <a:t>Click to edit Master text styles</a:t>
            </a:r>
            <a:endParaRPr lang="en-GB" altLang="en-US"/>
          </a:p>
          <a:p>
            <a:pPr lvl="1"/>
            <a:r>
              <a:rPr lang="en-GB" altLang="en-US"/>
              <a:t>Second level</a:t>
            </a:r>
            <a:endParaRPr lang="en-GB" altLang="en-US"/>
          </a:p>
          <a:p>
            <a:pPr lvl="2"/>
            <a:r>
              <a:rPr lang="en-GB" altLang="en-US"/>
              <a:t>Third level</a:t>
            </a:r>
            <a:endParaRPr lang="en-GB" altLang="en-US"/>
          </a:p>
          <a:p>
            <a:pPr lvl="3"/>
            <a:r>
              <a:rPr lang="en-GB" altLang="en-US"/>
              <a:t>Fourth level</a:t>
            </a:r>
            <a:endParaRPr lang="en-GB" altLang="en-US"/>
          </a:p>
          <a:p>
            <a:pPr lvl="4"/>
            <a:r>
              <a:rPr lang="en-GB" altLang="en-US"/>
              <a:t>Fifth level</a:t>
            </a:r>
            <a:endParaRPr lang="en-US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0" i="0" kern="1200">
          <a:solidFill>
            <a:schemeClr val="tx1"/>
          </a:solidFill>
          <a:latin typeface="UCL Sans SemiBold" pitchFamily="2" charset="77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Wingdings" panose="05000000000000000000" pitchFamily="2" charset="2"/>
        <a:buChar char="§"/>
        <a:defRPr sz="2800" kern="1200">
          <a:solidFill>
            <a:schemeClr val="tx1"/>
          </a:solidFill>
          <a:latin typeface="UCL Sans" pitchFamily="2" charset="77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2400" kern="1200">
          <a:solidFill>
            <a:schemeClr val="tx1"/>
          </a:solidFill>
          <a:latin typeface="UCL Sans" pitchFamily="2" charset="77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2000" kern="1200">
          <a:solidFill>
            <a:schemeClr val="tx1"/>
          </a:solidFill>
          <a:latin typeface="UCL Sans" pitchFamily="2" charset="77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UCL Sans" pitchFamily="2" charset="77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UCL Sans" pitchFamily="2" charset="77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 noChangeArrowheads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en-GB" altLang="en-US"/>
              <a:t>Click to edit Master title style</a:t>
            </a:r>
            <a:endParaRPr lang="en-US" altLang="en-US"/>
          </a:p>
        </p:txBody>
      </p:sp>
      <p:sp>
        <p:nvSpPr>
          <p:cNvPr id="3" name="Text Placeholder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en-GB" altLang="en-US" dirty="0"/>
              <a:t>Click to edit Master text styles</a:t>
            </a:r>
            <a:endParaRPr lang="en-GB" altLang="en-US" dirty="0"/>
          </a:p>
          <a:p>
            <a:pPr lvl="1"/>
            <a:r>
              <a:rPr lang="en-GB" altLang="en-US" dirty="0"/>
              <a:t>Second level</a:t>
            </a:r>
            <a:endParaRPr lang="en-GB" altLang="en-US" dirty="0"/>
          </a:p>
          <a:p>
            <a:pPr lvl="2"/>
            <a:r>
              <a:rPr lang="en-GB" altLang="en-US" dirty="0"/>
              <a:t>Third level</a:t>
            </a:r>
            <a:endParaRPr lang="en-GB" altLang="en-US" dirty="0"/>
          </a:p>
          <a:p>
            <a:pPr lvl="3"/>
            <a:r>
              <a:rPr lang="en-GB" altLang="en-US" dirty="0"/>
              <a:t>Fourth level</a:t>
            </a:r>
            <a:endParaRPr lang="en-GB" altLang="en-US" dirty="0"/>
          </a:p>
          <a:p>
            <a:pPr lvl="4"/>
            <a:r>
              <a:rPr lang="en-GB" altLang="en-US" dirty="0"/>
              <a:t>Fifth level</a:t>
            </a:r>
            <a:endParaRPr lang="en-US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0" i="0" kern="1200">
          <a:solidFill>
            <a:schemeClr val="tx1"/>
          </a:solidFill>
          <a:latin typeface="UCL Sans SemiBold" pitchFamily="2" charset="77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Wingdings" panose="05000000000000000000" pitchFamily="2" charset="2"/>
        <a:buChar char="§"/>
        <a:defRPr sz="2800" kern="1200">
          <a:solidFill>
            <a:schemeClr val="tx1"/>
          </a:solidFill>
          <a:latin typeface="UCL Sans" pitchFamily="2" charset="77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2400" kern="1200">
          <a:solidFill>
            <a:schemeClr val="tx1"/>
          </a:solidFill>
          <a:latin typeface="UCL Sans" pitchFamily="2" charset="77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2000" kern="1200">
          <a:solidFill>
            <a:schemeClr val="tx1"/>
          </a:solidFill>
          <a:latin typeface="UCL Sans" pitchFamily="2" charset="77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UCL Sans" pitchFamily="2" charset="77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UCL Sans" pitchFamily="2" charset="77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.xml"/><Relationship Id="rId3" Type="http://schemas.openxmlformats.org/officeDocument/2006/relationships/slideLayout" Target="../slideLayouts/slideLayout18.xml"/><Relationship Id="rId2" Type="http://schemas.openxmlformats.org/officeDocument/2006/relationships/image" Target="../media/image2.emf"/><Relationship Id="rId1" Type="http://schemas.openxmlformats.org/officeDocument/2006/relationships/image" Target="../media/image4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/Relationships>
</file>

<file path=ppt/slides/_rels/slide3.xml.rels><?xml version='1.0' encoding='utf-8'?>
<ns0:Relationships xmlns:ns0="http://schemas.openxmlformats.org/package/2006/relationships"><ns0:Relationship Id="rId2" Type="http://schemas.openxmlformats.org/officeDocument/2006/relationships/notesSlide" Target="../notesSlides/notesSlide3.xml" /><ns0:Relationship Id="rId1" Type="http://schemas.openxmlformats.org/officeDocument/2006/relationships/slideLayout" Target="../slideLayouts/slideLayout9.xml" /><ns0:Relationship Id="rId3" Type="http://schemas.openxmlformats.org/officeDocument/2006/relationships/image" Target="../media/uk_left_hand_intersection.png" /></ns0: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9.xml"/><Relationship Id="rId1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9.xml"/><Relationship Id="rId1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0.xml"/><Relationship Id="rId3" Type="http://schemas.openxmlformats.org/officeDocument/2006/relationships/slideLayout" Target="../slideLayouts/slideLayout16.xml"/><Relationship Id="rId2" Type="http://schemas.openxmlformats.org/officeDocument/2006/relationships/image" Target="../media/image3.png"/><Relationship Id="rId1" Type="http://schemas.openxmlformats.org/officeDocument/2006/relationships/image" Target="../media/image7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Placeholder 16" descr="A couple of women standing on a balcony&#10;&#10;AI-generated content may be incorrect."/>
          <p:cNvPicPr>
            <a:picLocks noGrp="1" noChangeAspect="1"/>
          </p:cNvPicPr>
          <p:nvPr>
            <p:ph type="pic" idx="10"/>
          </p:nvPr>
        </p:nvPicPr>
        <p:blipFill>
          <a:blip r:embed="rId1"/>
          <a:srcRect t="7813" b="7813"/>
          <a:stretch>
            <a:fillRect/>
          </a:stretch>
        </p:blipFill>
        <p:spPr>
          <a:xfrm>
            <a:off x="-1588" y="0"/>
            <a:ext cx="12192001" cy="6858000"/>
          </a:xfrm>
        </p:spPr>
      </p:pic>
      <p:sp>
        <p:nvSpPr>
          <p:cNvPr id="2" name="Text Placeholder 1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en-US">
                <a:sym typeface="+mn-ea"/>
              </a:rPr>
              <a:t>Risk-Aware Planning for Autonomous Driving</a:t>
            </a:r>
            <a:endParaRPr lang="en-US" altLang="en-US"/>
          </a:p>
        </p:txBody>
      </p:sp>
      <p:sp>
        <p:nvSpPr>
          <p:cNvPr id="9" name="Rectangle 8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7034676" y="4532"/>
            <a:ext cx="470692" cy="685346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GB">
                <a:latin typeface="UCL Sans"/>
              </a:rPr>
              <a:t>Jiaqi Xie</a:t>
            </a:r>
            <a:endParaRPr lang="en-US" altLang="en-GB">
              <a:latin typeface="UCL Sans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/>
        <p:txBody>
          <a:bodyPr/>
          <a:lstStyle/>
          <a:p>
            <a:r>
              <a:rPr lang="en-US" altLang="en-GB">
                <a:latin typeface="UCL Sans"/>
              </a:rPr>
              <a:t>25027138</a:t>
            </a:r>
            <a:endParaRPr lang="en-US" altLang="en-GB">
              <a:latin typeface="UCL Sans"/>
            </a:endParaRPr>
          </a:p>
        </p:txBody>
      </p:sp>
      <p:pic>
        <p:nvPicPr>
          <p:cNvPr id="4" name="Picture 3" descr="UCL logo, University College Lond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37625" y="5653541"/>
            <a:ext cx="2843213" cy="798059"/>
          </a:xfrm>
          <a:prstGeom prst="rect">
            <a:avLst/>
          </a:prstGeom>
        </p:spPr>
      </p:pic>
      <p:sp>
        <p:nvSpPr>
          <p:cNvPr id="8" name="Rectangle 7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587" y="0"/>
            <a:ext cx="409575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31800" y="409575"/>
            <a:ext cx="11580495" cy="1009650"/>
          </a:xfrm>
        </p:spPr>
        <p:txBody>
          <a:bodyPr/>
          <a:lstStyle/>
          <a:p>
            <a:r>
              <a:rPr lang="en-GB">
                <a:latin typeface="UCL Sans SemiBold"/>
              </a:rPr>
              <a:t>Area of Research</a:t>
            </a:r>
            <a:r>
              <a:rPr lang="en-US" altLang="en-GB">
                <a:latin typeface="UCL Sans SemiBold"/>
              </a:rPr>
              <a:t>: Autonomous Driving</a:t>
            </a:r>
            <a:endParaRPr lang="en-US" altLang="en-GB">
              <a:latin typeface="UCL Sans SemiBold"/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1"/>
          </p:nvPr>
        </p:nvSpPr>
        <p:spPr>
          <a:xfrm>
            <a:off x="440690" y="1216025"/>
            <a:ext cx="10014585" cy="1986280"/>
          </a:xfrm>
        </p:spPr>
        <p:txBody>
          <a:bodyPr/>
          <a:lstStyle/>
          <a:p>
            <a:pPr algn="l">
              <a:buClrTx/>
              <a:buSzTx/>
              <a:defRPr sz="1500">
                <a:solidFill>
                  <a:srgbClr val="4B5563"/>
                </a:solidFill>
              </a:defRPr>
            </a:pPr>
            <a:r>
              <a:rPr lang="en-US" altLang="en-US" sz="1800">
                <a:solidFill>
                  <a:srgbClr val="111827"/>
                </a:solidFill>
              </a:rPr>
              <a:t>Autonomous driving requires a vehicle to perceive the environment, predict other road users, plan a safe trajectory, and control its motion.</a:t>
            </a:r>
            <a:endParaRPr lang="en-US" altLang="en-US" sz="1800">
              <a:solidFill>
                <a:srgbClr val="111827"/>
              </a:solidFill>
            </a:endParaRPr>
          </a:p>
          <a:p>
            <a:pPr algn="l">
              <a:buClrTx/>
              <a:buSzTx/>
              <a:defRPr sz="1500">
                <a:solidFill>
                  <a:srgbClr val="4B5563"/>
                </a:solidFill>
              </a:defRPr>
            </a:pPr>
            <a:endParaRPr lang="en-US" altLang="en-US" sz="1800">
              <a:solidFill>
                <a:srgbClr val="111827"/>
              </a:solidFill>
            </a:endParaRPr>
          </a:p>
          <a:p>
            <a:pPr algn="l">
              <a:buClrTx/>
              <a:buSzTx/>
              <a:defRPr sz="1500">
                <a:solidFill>
                  <a:srgbClr val="4B5563"/>
                </a:solidFill>
              </a:defRPr>
            </a:pPr>
            <a:r>
              <a:rPr lang="en-US" altLang="en-US" sz="1800">
                <a:solidFill>
                  <a:srgbClr val="111827"/>
                </a:solidFill>
              </a:rPr>
              <a:t>This project focuses on motion planning:</a:t>
            </a:r>
            <a:endParaRPr lang="en-US" altLang="en-US" sz="1800">
              <a:solidFill>
                <a:srgbClr val="111827"/>
              </a:solidFill>
            </a:endParaRPr>
          </a:p>
          <a:p>
            <a:pPr marL="514350" lvl="1" indent="-285750" algn="l">
              <a:buClrTx/>
              <a:buSzTx/>
              <a:buFont typeface="Arial" panose="020B0604020202090204" pitchFamily="34" charset="0"/>
              <a:buChar char="•"/>
              <a:defRPr sz="1500">
                <a:solidFill>
                  <a:srgbClr val="4B5563"/>
                </a:solidFill>
              </a:defRPr>
            </a:pPr>
            <a:r>
              <a:rPr lang="en-US" altLang="en-US" sz="1800">
                <a:solidFill>
                  <a:srgbClr val="111827"/>
                </a:solidFill>
              </a:rPr>
              <a:t>how the ego car decides a safe action when another vehicle may slow down, continue, or move differently.</a:t>
            </a:r>
            <a:endParaRPr lang="en-US" altLang="en-US" sz="1800">
              <a:solidFill>
                <a:srgbClr val="111827"/>
              </a:solidFill>
            </a:endParaRPr>
          </a:p>
          <a:p>
            <a:pPr algn="l">
              <a:buClrTx/>
              <a:buSzTx/>
              <a:defRPr sz="1500">
                <a:solidFill>
                  <a:srgbClr val="4B5563"/>
                </a:solidFill>
              </a:defRPr>
            </a:pPr>
            <a:endParaRPr lang="en-US" altLang="en-US" sz="1800">
              <a:solidFill>
                <a:srgbClr val="111827"/>
              </a:solidFill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431800" y="3880485"/>
            <a:ext cx="1417320" cy="685800"/>
          </a:xfrm>
          <a:prstGeom prst="roundRect">
            <a:avLst/>
          </a:prstGeom>
          <a:solidFill>
            <a:srgbClr val="F3F4F6"/>
          </a:solidFill>
          <a:ln>
            <a:solidFill>
              <a:srgbClr val="4B55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172554"/>
                </a:solidFill>
              </a:defRPr>
            </a:pPr>
            <a:r>
              <a:t>Scenario</a:t>
            </a:r>
          </a:p>
        </p:txBody>
      </p:sp>
      <p:cxnSp>
        <p:nvCxnSpPr>
          <p:cNvPr id="18" name="Connector 4"/>
          <p:cNvCxnSpPr/>
          <p:nvPr/>
        </p:nvCxnSpPr>
        <p:spPr>
          <a:xfrm>
            <a:off x="1849120" y="4227957"/>
            <a:ext cx="365760" cy="0"/>
          </a:xfrm>
          <a:prstGeom prst="line">
            <a:avLst/>
          </a:prstGeom>
          <a:ln w="25400">
            <a:solidFill>
              <a:srgbClr val="4B55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2260600" y="3880485"/>
            <a:ext cx="1417320" cy="685800"/>
          </a:xfrm>
          <a:prstGeom prst="roundRect">
            <a:avLst/>
          </a:prstGeom>
          <a:solidFill>
            <a:srgbClr val="DBEAFE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172554"/>
                </a:solidFill>
              </a:defRPr>
            </a:pPr>
            <a:r>
              <a:rPr lang="en-US" altLang="en-US"/>
              <a:t>Perception</a:t>
            </a:r>
            <a:endParaRPr lang="en-US" altLang="en-US"/>
          </a:p>
        </p:txBody>
      </p:sp>
      <p:cxnSp>
        <p:nvCxnSpPr>
          <p:cNvPr id="20" name="Connector 6"/>
          <p:cNvCxnSpPr/>
          <p:nvPr/>
        </p:nvCxnSpPr>
        <p:spPr>
          <a:xfrm>
            <a:off x="3677920" y="4227957"/>
            <a:ext cx="365760" cy="0"/>
          </a:xfrm>
          <a:prstGeom prst="line">
            <a:avLst/>
          </a:prstGeom>
          <a:ln w="25400">
            <a:solidFill>
              <a:srgbClr val="4B55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226560" y="3880485"/>
            <a:ext cx="1417320" cy="685800"/>
          </a:xfrm>
          <a:prstGeom prst="roundRect">
            <a:avLst/>
          </a:prstGeom>
          <a:solidFill>
            <a:srgbClr val="FFEDD5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172554"/>
                </a:solidFill>
              </a:defRPr>
            </a:pPr>
            <a:r>
              <a:rPr lang="en-US" altLang="en-US"/>
              <a:t>Prediction</a:t>
            </a:r>
            <a:endParaRPr lang="en-US" altLang="en-US"/>
          </a:p>
        </p:txBody>
      </p:sp>
      <p:cxnSp>
        <p:nvCxnSpPr>
          <p:cNvPr id="22" name="Connector 8"/>
          <p:cNvCxnSpPr/>
          <p:nvPr/>
        </p:nvCxnSpPr>
        <p:spPr>
          <a:xfrm>
            <a:off x="5643880" y="4227957"/>
            <a:ext cx="365760" cy="0"/>
          </a:xfrm>
          <a:prstGeom prst="line">
            <a:avLst/>
          </a:prstGeom>
          <a:ln w="25400">
            <a:solidFill>
              <a:srgbClr val="4B55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6192520" y="3880485"/>
            <a:ext cx="1417320" cy="685800"/>
          </a:xfrm>
          <a:prstGeom prst="roundRect">
            <a:avLst/>
          </a:prstGeom>
          <a:solidFill>
            <a:srgbClr val="DCFCE7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172554"/>
                </a:solidFill>
              </a:defRPr>
            </a:pPr>
            <a:r>
              <a:rPr lang="en-US" altLang="en-US"/>
              <a:t>Planning</a:t>
            </a:r>
            <a:endParaRPr lang="en-US" altLang="en-US"/>
          </a:p>
        </p:txBody>
      </p:sp>
      <p:cxnSp>
        <p:nvCxnSpPr>
          <p:cNvPr id="24" name="Connector 10"/>
          <p:cNvCxnSpPr/>
          <p:nvPr/>
        </p:nvCxnSpPr>
        <p:spPr>
          <a:xfrm>
            <a:off x="7609840" y="4227957"/>
            <a:ext cx="365760" cy="0"/>
          </a:xfrm>
          <a:prstGeom prst="line">
            <a:avLst/>
          </a:prstGeom>
          <a:ln w="25400">
            <a:solidFill>
              <a:srgbClr val="4B55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8158480" y="3880485"/>
            <a:ext cx="1417320" cy="685800"/>
          </a:xfrm>
          <a:prstGeom prst="roundRect">
            <a:avLst/>
          </a:prstGeom>
          <a:solidFill>
            <a:srgbClr val="DBEAFE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172554"/>
                </a:solidFill>
              </a:defRPr>
            </a:pPr>
            <a:r>
              <a:rPr lang="en-US" altLang="en-US"/>
              <a:t>Control</a:t>
            </a:r>
            <a:endParaRPr lang="en-US" altLang="en-US"/>
          </a:p>
        </p:txBody>
      </p:sp>
      <p:cxnSp>
        <p:nvCxnSpPr>
          <p:cNvPr id="26" name="Connector 12"/>
          <p:cNvCxnSpPr/>
          <p:nvPr/>
        </p:nvCxnSpPr>
        <p:spPr>
          <a:xfrm>
            <a:off x="9575800" y="4227957"/>
            <a:ext cx="365759" cy="0"/>
          </a:xfrm>
          <a:prstGeom prst="line">
            <a:avLst/>
          </a:prstGeom>
          <a:ln w="25400">
            <a:solidFill>
              <a:srgbClr val="4B55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9804400" y="3880485"/>
            <a:ext cx="1417320" cy="685800"/>
          </a:xfrm>
          <a:prstGeom prst="roundRect">
            <a:avLst/>
          </a:prstGeom>
          <a:solidFill>
            <a:srgbClr val="F3F4F6"/>
          </a:solidFill>
          <a:ln>
            <a:solidFill>
              <a:srgbClr val="4B55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172554"/>
                </a:solidFill>
              </a:defRPr>
            </a:pPr>
            <a:r>
              <a:t>Results</a:t>
            </a:r>
          </a:p>
        </p:txBody>
      </p:sp>
      <p:sp>
        <p:nvSpPr>
          <p:cNvPr id="4" name="Text Box 3"/>
          <p:cNvSpPr txBox="1"/>
          <p:nvPr/>
        </p:nvSpPr>
        <p:spPr>
          <a:xfrm>
            <a:off x="431800" y="5299710"/>
            <a:ext cx="9921875" cy="64516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285750" indent="-285750" algn="l">
              <a:buClrTx/>
              <a:buSzTx/>
              <a:buFont typeface="Arial" panose="020B0604020202090204" pitchFamily="34" charset="0"/>
              <a:buChar char="•"/>
              <a:defRPr sz="1500">
                <a:solidFill>
                  <a:srgbClr val="4B5563"/>
                </a:solidFill>
              </a:defRPr>
            </a:pPr>
            <a:r>
              <a:rPr lang="en-US" altLang="en-US" sz="1800">
                <a:solidFill>
                  <a:srgbClr val="111827"/>
                </a:solidFill>
                <a:latin typeface="UCL Sans" pitchFamily="2" charset="77"/>
                <a:sym typeface="+mn-ea"/>
              </a:rPr>
              <a:t>This is not general autonomous driving perception. </a:t>
            </a:r>
            <a:endParaRPr lang="en-US" altLang="en-US" sz="1800">
              <a:solidFill>
                <a:srgbClr val="111827"/>
              </a:solidFill>
              <a:latin typeface="UCL Sans" pitchFamily="2" charset="77"/>
              <a:sym typeface="+mn-ea"/>
            </a:endParaRPr>
          </a:p>
          <a:p>
            <a:pPr marL="285750" indent="-285750" algn="l">
              <a:buClrTx/>
              <a:buSzTx/>
              <a:buFont typeface="Arial" panose="020B0604020202090204" pitchFamily="34" charset="0"/>
              <a:buChar char="•"/>
              <a:defRPr sz="1500">
                <a:solidFill>
                  <a:srgbClr val="4B5563"/>
                </a:solidFill>
              </a:defRPr>
            </a:pPr>
            <a:r>
              <a:rPr lang="en-US" altLang="en-US" sz="1800">
                <a:solidFill>
                  <a:srgbClr val="111827"/>
                </a:solidFill>
                <a:latin typeface="UCL Sans" pitchFamily="2" charset="77"/>
                <a:sym typeface="+mn-ea"/>
              </a:rPr>
              <a:t>It is about decision-making and control under uncertain future behaviour.</a:t>
            </a:r>
            <a:endParaRPr lang="en-US" altLang="en-US" sz="1800">
              <a:solidFill>
                <a:srgbClr val="FF0000"/>
              </a:solidFill>
              <a:latin typeface="UCL Sans" pitchFamily="2" charset="77"/>
              <a:sym typeface="+mn-ea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31800" y="409575"/>
            <a:ext cx="11580495" cy="1009650"/>
          </a:xfrm>
        </p:spPr>
        <p:txBody>
          <a:bodyPr/>
          <a:lstStyle/>
          <a:p>
            <a:r>
              <a:rPr lang="en-US" altLang="en-GB">
                <a:latin typeface="UCL Sans SemiBold"/>
              </a:rPr>
              <a:t>Problem: </a:t>
            </a:r>
            <a:r>
              <a:rPr lang="en-US" altLang="en-US">
                <a:latin typeface="UCL Sans SemiBold"/>
              </a:rPr>
              <a:t>Crossing an Intersection Safely</a:t>
            </a:r>
            <a:endParaRPr lang="en-US" altLang="en-US">
              <a:latin typeface="UCL Sans SemiBold"/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1"/>
          </p:nvPr>
        </p:nvSpPr>
        <p:spPr>
          <a:xfrm>
            <a:off x="440690" y="1381760"/>
            <a:ext cx="7139940" cy="3528060"/>
          </a:xfrm>
        </p:spPr>
        <p:txBody>
          <a:bodyPr/>
          <a:lstStyle/>
          <a:p>
            <a:pPr marL="57150" indent="-285750">
              <a:buFont typeface="Arial" panose="020B0604020202090204" pitchFamily="34" charset="0"/>
              <a:buChar char="•"/>
              <a:defRPr sz="1500">
                <a:solidFill>
                  <a:srgbClr val="4B5563"/>
                </a:solidFill>
              </a:defRPr>
            </a:pPr>
            <a:r>
              <a:rPr lang="en-US" altLang="en-US" sz="1800">
                <a:solidFill>
                  <a:srgbClr val="111827"/>
                </a:solidFill>
                <a:sym typeface="+mn-ea"/>
              </a:rPr>
              <a:t>The ego vehicle must cross an intersection while another vehicle may behave in different ways.</a:t>
            </a:r>
            <a:endParaRPr lang="en-US" altLang="en-US" sz="1800">
              <a:solidFill>
                <a:srgbClr val="111827"/>
              </a:solidFill>
              <a:sym typeface="+mn-ea"/>
            </a:endParaRPr>
          </a:p>
          <a:p>
            <a:pPr indent="0">
              <a:buFont typeface="Arial" panose="020B0604020202090204" pitchFamily="34" charset="0"/>
              <a:defRPr sz="1500">
                <a:solidFill>
                  <a:srgbClr val="4B5563"/>
                </a:solidFill>
              </a:defRPr>
            </a:pPr>
            <a:endParaRPr lang="en-US" altLang="en-US" sz="1800">
              <a:solidFill>
                <a:srgbClr val="111827"/>
              </a:solidFill>
              <a:sym typeface="+mn-ea"/>
            </a:endParaRPr>
          </a:p>
          <a:p>
            <a:pPr marL="57150" indent="-285750">
              <a:buFont typeface="Arial" panose="020B0604020202090204" pitchFamily="34" charset="0"/>
              <a:buChar char="•"/>
              <a:defRPr sz="1500">
                <a:solidFill>
                  <a:srgbClr val="4B5563"/>
                </a:solidFill>
              </a:defRPr>
            </a:pPr>
            <a:r>
              <a:rPr lang="en-US" altLang="en-US" sz="1800">
                <a:solidFill>
                  <a:srgbClr val="111827"/>
                </a:solidFill>
                <a:sym typeface="+mn-ea"/>
              </a:rPr>
              <a:t>The target vehicle may continue, slow down, or move slightly differently from what is expected.</a:t>
            </a:r>
            <a:endParaRPr lang="en-US" altLang="en-US" sz="1800">
              <a:solidFill>
                <a:srgbClr val="111827"/>
              </a:solidFill>
              <a:sym typeface="+mn-ea"/>
            </a:endParaRPr>
          </a:p>
          <a:p>
            <a:pPr indent="0">
              <a:buFont typeface="Arial" panose="020B0604020202090204" pitchFamily="34" charset="0"/>
              <a:defRPr sz="1500">
                <a:solidFill>
                  <a:srgbClr val="4B5563"/>
                </a:solidFill>
              </a:defRPr>
            </a:pPr>
            <a:endParaRPr lang="en-US" altLang="en-US" sz="1800">
              <a:solidFill>
                <a:srgbClr val="111827"/>
              </a:solidFill>
              <a:sym typeface="+mn-ea"/>
            </a:endParaRPr>
          </a:p>
          <a:p>
            <a:pPr marL="57150" indent="-285750">
              <a:buFont typeface="Arial" panose="020B0604020202090204" pitchFamily="34" charset="0"/>
              <a:buChar char="•"/>
              <a:defRPr sz="1500">
                <a:solidFill>
                  <a:srgbClr val="4B5563"/>
                </a:solidFill>
              </a:defRPr>
            </a:pPr>
            <a:r>
              <a:rPr lang="en-US" altLang="en-US" sz="1800">
                <a:solidFill>
                  <a:srgbClr val="111827"/>
                </a:solidFill>
              </a:rPr>
              <a:t>The ego vehicle must make repeated decisions: observe the traffic, predict possible futures, plan an action, and update the plan.</a:t>
            </a:r>
            <a:endParaRPr lang="en-US" altLang="en-US" sz="1800">
              <a:solidFill>
                <a:srgbClr val="111827"/>
              </a:solidFill>
            </a:endParaRPr>
          </a:p>
          <a:p>
            <a:pPr>
              <a:defRPr sz="1500">
                <a:solidFill>
                  <a:srgbClr val="4B5563"/>
                </a:solidFill>
              </a:defRPr>
            </a:pPr>
            <a:endParaRPr lang="en-US" altLang="en-US" sz="1800">
              <a:solidFill>
                <a:srgbClr val="111827"/>
              </a:solidFill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868680" y="4820285"/>
            <a:ext cx="5595620" cy="658495"/>
          </a:xfrm>
          <a:prstGeom prst="roundRect">
            <a:avLst/>
          </a:prstGeom>
          <a:solidFill>
            <a:srgbClr val="DBEAFE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rIns="109728" rtlCol="0" anchor="ctr"/>
          <a:lstStyle/>
          <a:p>
            <a:pPr algn="ctr">
              <a:defRPr sz="1800" b="1">
                <a:solidFill>
                  <a:srgbClr val="172554"/>
                </a:solidFill>
              </a:defRPr>
            </a:pPr>
            <a:r>
              <a:t>Like crossing a road: look, think, then move.</a:t>
            </a:r>
          </a:p>
        </p:txBody>
      </p:sp>
      <p:cxnSp>
        <p:nvCxnSpPr>
          <p:cNvPr id="16" name="Connector 15"/>
          <p:cNvCxnSpPr>
            <a:stCxn id="13" idx="2"/>
          </p:cNvCxnSpPr>
          <p:nvPr/>
        </p:nvCxnSpPr>
        <p:spPr>
          <a:xfrm>
            <a:off x="9550273" y="2492654"/>
            <a:ext cx="74295" cy="1872615"/>
          </a:xfrm>
          <a:prstGeom prst="line">
            <a:avLst/>
          </a:prstGeom>
          <a:ln w="25400">
            <a:solidFill>
              <a:srgbClr val="DC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 Box 2"/>
          <p:cNvSpPr txBox="1"/>
          <p:nvPr/>
        </p:nvSpPr>
        <p:spPr>
          <a:xfrm>
            <a:off x="618490" y="6003925"/>
            <a:ext cx="792988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en-US" sz="1800" b="1">
                <a:solidFill>
                  <a:schemeClr val="tx1"/>
                </a:solidFill>
                <a:latin typeface="UCL Sans" pitchFamily="2" charset="77"/>
              </a:rPr>
              <a:t>This is a sequential decision-making problem under uncertainty.</a:t>
            </a:r>
            <a:endParaRPr lang="en-US" altLang="en-US" sz="1800" b="1">
              <a:solidFill>
                <a:schemeClr val="tx1"/>
              </a:solidFill>
              <a:latin typeface="UCL Sans" pitchFamily="2" charset="77"/>
            </a:endParaRPr>
          </a:p>
        </p:txBody>
      </p:sp>
      <p:pic>
        <p:nvPicPr>
          <p:cNvPr id="18" name="UK left-hand traffic intersection diagra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0000" y="1380000"/>
            <a:ext cx="4550000" cy="4550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31800" y="409575"/>
            <a:ext cx="11428730" cy="1009650"/>
          </a:xfrm>
        </p:spPr>
        <p:txBody>
          <a:bodyPr/>
          <a:lstStyle/>
          <a:p>
            <a:r>
              <a:rPr lang="en-US" altLang="en-US"/>
              <a:t>Core Problem: One Predicted Future Is Not Enough</a:t>
            </a:r>
            <a:endParaRPr lang="en-US" alt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1"/>
          </p:nvPr>
        </p:nvSpPr>
        <p:spPr>
          <a:xfrm>
            <a:off x="440690" y="1157605"/>
            <a:ext cx="11522075" cy="2290445"/>
          </a:xfrm>
        </p:spPr>
        <p:txBody>
          <a:bodyPr/>
          <a:lstStyle/>
          <a:p>
            <a:r>
              <a:rPr lang="en-US" altLang="en-US" dirty="0"/>
              <a:t>At intersections, the target vehicle has several possible futures, and the ego vehicle does not know which one will happen. </a:t>
            </a:r>
            <a:r>
              <a:rPr lang="en-US" altLang="en-US" dirty="0"/>
              <a:t>It may:</a:t>
            </a:r>
            <a:endParaRPr lang="en-US" altLang="en-US" dirty="0"/>
          </a:p>
          <a:p>
            <a:pPr marL="57150" indent="-285750">
              <a:buFont typeface="Arial" panose="020B0604020202090204" pitchFamily="34" charset="0"/>
              <a:buChar char="•"/>
            </a:pPr>
            <a:r>
              <a:rPr lang="en-US" altLang="en-US" dirty="0"/>
              <a:t>choose an unsafe action</a:t>
            </a:r>
            <a:endParaRPr lang="en-US" altLang="en-US" dirty="0"/>
          </a:p>
          <a:p>
            <a:pPr marL="57150" indent="-285750">
              <a:buFont typeface="Arial" panose="020B0604020202090204" pitchFamily="34" charset="0"/>
              <a:buChar char="•"/>
            </a:pPr>
            <a:r>
              <a:rPr lang="en-US" altLang="en-US" dirty="0"/>
              <a:t>stop too conservatively</a:t>
            </a:r>
            <a:endParaRPr lang="en-US" altLang="en-US" dirty="0"/>
          </a:p>
          <a:p>
            <a:pPr marL="57150" indent="-285750">
              <a:buFont typeface="Arial" panose="020B0604020202090204" pitchFamily="34" charset="0"/>
              <a:buChar char="•"/>
            </a:pPr>
            <a:r>
              <a:rPr lang="en-US" altLang="en-US" dirty="0"/>
              <a:t>or fail to make progress.</a:t>
            </a:r>
            <a:endParaRPr lang="en-US" altLang="en-US" dirty="0"/>
          </a:p>
          <a:p>
            <a:endParaRPr lang="en-US" altLang="en-US" dirty="0"/>
          </a:p>
          <a:p>
            <a:endParaRPr lang="en-US" altLang="en-US" dirty="0"/>
          </a:p>
          <a:p>
            <a:endParaRPr lang="en-US" altLang="en-US" dirty="0"/>
          </a:p>
          <a:p>
            <a:endParaRPr lang="en-US" altLang="en-US" dirty="0"/>
          </a:p>
          <a:p>
            <a:endParaRPr lang="en-US" altLang="en-US" dirty="0"/>
          </a:p>
          <a:p>
            <a:endParaRPr lang="en-US" altLang="en-US" dirty="0"/>
          </a:p>
          <a:p>
            <a:endParaRPr lang="en-US" altLang="en-US" dirty="0"/>
          </a:p>
          <a:p>
            <a:endParaRPr lang="en-US" altLang="en-US" dirty="0"/>
          </a:p>
        </p:txBody>
      </p:sp>
      <p:grpSp>
        <p:nvGrpSpPr>
          <p:cNvPr id="4" name="Group 3"/>
          <p:cNvGrpSpPr/>
          <p:nvPr/>
        </p:nvGrpSpPr>
        <p:grpSpPr>
          <a:xfrm>
            <a:off x="1148715" y="3321685"/>
            <a:ext cx="9875520" cy="2103120"/>
            <a:chOff x="1696" y="4666"/>
            <a:chExt cx="15552" cy="3312"/>
          </a:xfrm>
        </p:grpSpPr>
        <p:sp>
          <p:nvSpPr>
            <p:cNvPr id="5" name="Rounded Rectangle 4"/>
            <p:cNvSpPr/>
            <p:nvPr/>
          </p:nvSpPr>
          <p:spPr>
            <a:xfrm>
              <a:off x="1696" y="4666"/>
              <a:ext cx="6768" cy="792"/>
            </a:xfrm>
            <a:prstGeom prst="roundRect">
              <a:avLst/>
            </a:prstGeom>
            <a:solidFill>
              <a:srgbClr val="FEE2E2"/>
            </a:solidFill>
            <a:ln>
              <a:solidFill>
                <a:srgbClr val="DC262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109728" rIns="109728" rtlCol="0" anchor="ctr"/>
            <a:lstStyle/>
            <a:p>
              <a:pPr algn="ctr">
                <a:defRPr sz="1700" b="1">
                  <a:solidFill>
                    <a:srgbClr val="DC2626"/>
                  </a:solidFill>
                </a:defRPr>
              </a:pPr>
              <a:r>
                <a:t>One guessed future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2776" y="5962"/>
              <a:ext cx="4464" cy="1037"/>
            </a:xfrm>
            <a:prstGeom prst="rect">
              <a:avLst/>
            </a:prstGeom>
            <a:solidFill>
              <a:srgbClr val="374151"/>
            </a:solidFill>
            <a:ln>
              <a:solidFill>
                <a:srgbClr val="37415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3208" y="6149"/>
              <a:ext cx="1296" cy="648"/>
            </a:xfrm>
            <a:prstGeom prst="roundRect">
              <a:avLst/>
            </a:prstGeom>
            <a:solidFill>
              <a:srgbClr val="2563EB"/>
            </a:solidFill>
            <a:ln>
              <a:solidFill>
                <a:srgbClr val="2563E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100" b="1">
                  <a:solidFill>
                    <a:srgbClr val="FFFFFF"/>
                  </a:solidFill>
                </a:defRPr>
              </a:pPr>
              <a:r>
                <a:t>EGO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5584" y="6149"/>
              <a:ext cx="936" cy="605"/>
            </a:xfrm>
            <a:prstGeom prst="roundRect">
              <a:avLst/>
            </a:prstGeom>
            <a:solidFill>
              <a:srgbClr val="F97316"/>
            </a:solidFill>
            <a:ln>
              <a:solidFill>
                <a:srgbClr val="F9731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100" b="1">
                  <a:solidFill>
                    <a:srgbClr val="FFFFFF"/>
                  </a:solidFill>
                </a:defRPr>
              </a:pPr>
              <a:r>
                <a:t>TV</a:t>
              </a:r>
            </a:p>
          </p:txBody>
        </p:sp>
        <p:cxnSp>
          <p:nvCxnSpPr>
            <p:cNvPr id="9" name="Connector 8"/>
            <p:cNvCxnSpPr/>
            <p:nvPr/>
          </p:nvCxnSpPr>
          <p:spPr>
            <a:xfrm>
              <a:off x="6520" y="6437"/>
              <a:ext cx="1152" cy="0"/>
            </a:xfrm>
            <a:prstGeom prst="line">
              <a:avLst/>
            </a:prstGeom>
            <a:ln w="38100">
              <a:solidFill>
                <a:srgbClr val="DC262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2560" y="7546"/>
              <a:ext cx="4896" cy="432"/>
            </a:xfrm>
            <a:prstGeom prst="rect">
              <a:avLst/>
            </a:prstGeom>
            <a:noFill/>
          </p:spPr>
          <p:txBody>
            <a:bodyPr wrap="none" anchor="ctr">
              <a:spAutoFit/>
            </a:bodyPr>
            <a:lstStyle/>
            <a:p>
              <a:pPr algn="ctr">
                <a:defRPr sz="1800" b="1">
                  <a:solidFill>
                    <a:srgbClr val="DC2626"/>
                  </a:solidFill>
                </a:defRPr>
              </a:pPr>
              <a:r>
                <a:t>Too confident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10480" y="4666"/>
              <a:ext cx="6768" cy="792"/>
            </a:xfrm>
            <a:prstGeom prst="roundRect">
              <a:avLst/>
            </a:prstGeom>
            <a:solidFill>
              <a:srgbClr val="DCFCE7"/>
            </a:solidFill>
            <a:ln>
              <a:solidFill>
                <a:srgbClr val="16A34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109728" rIns="109728" rtlCol="0" anchor="ctr"/>
            <a:lstStyle/>
            <a:p>
              <a:pPr algn="ctr">
                <a:defRPr sz="1700" b="1">
                  <a:solidFill>
                    <a:srgbClr val="172554"/>
                  </a:solidFill>
                </a:defRPr>
              </a:pPr>
              <a:r>
                <a:t>Several possible futures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11560" y="5962"/>
              <a:ext cx="4464" cy="1037"/>
            </a:xfrm>
            <a:prstGeom prst="rect">
              <a:avLst/>
            </a:prstGeom>
            <a:solidFill>
              <a:srgbClr val="374151"/>
            </a:solidFill>
            <a:ln>
              <a:solidFill>
                <a:srgbClr val="37415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11992" y="6149"/>
              <a:ext cx="1296" cy="648"/>
            </a:xfrm>
            <a:prstGeom prst="roundRect">
              <a:avLst/>
            </a:prstGeom>
            <a:solidFill>
              <a:srgbClr val="2563EB"/>
            </a:solidFill>
            <a:ln>
              <a:solidFill>
                <a:srgbClr val="2563E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100" b="1">
                  <a:solidFill>
                    <a:srgbClr val="FFFFFF"/>
                  </a:solidFill>
                </a:defRPr>
              </a:pPr>
              <a:r>
                <a:t>EGO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14368" y="6149"/>
              <a:ext cx="936" cy="605"/>
            </a:xfrm>
            <a:prstGeom prst="roundRect">
              <a:avLst/>
            </a:prstGeom>
            <a:solidFill>
              <a:srgbClr val="F97316"/>
            </a:solidFill>
            <a:ln>
              <a:solidFill>
                <a:srgbClr val="F9731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100" b="1">
                  <a:solidFill>
                    <a:srgbClr val="FFFFFF"/>
                  </a:solidFill>
                </a:defRPr>
              </a:pPr>
              <a:r>
                <a:t>TV</a:t>
              </a:r>
            </a:p>
          </p:txBody>
        </p:sp>
        <p:cxnSp>
          <p:nvCxnSpPr>
            <p:cNvPr id="15" name="Connector 14"/>
            <p:cNvCxnSpPr/>
            <p:nvPr/>
          </p:nvCxnSpPr>
          <p:spPr>
            <a:xfrm flipV="1">
              <a:off x="15304" y="5602"/>
              <a:ext cx="1080" cy="835"/>
            </a:xfrm>
            <a:prstGeom prst="line">
              <a:avLst/>
            </a:prstGeom>
            <a:ln w="38100">
              <a:solidFill>
                <a:srgbClr val="16A34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15"/>
            <p:cNvCxnSpPr/>
            <p:nvPr/>
          </p:nvCxnSpPr>
          <p:spPr>
            <a:xfrm>
              <a:off x="15304" y="6437"/>
              <a:ext cx="1224" cy="0"/>
            </a:xfrm>
            <a:prstGeom prst="line">
              <a:avLst/>
            </a:prstGeom>
            <a:ln w="38100">
              <a:solidFill>
                <a:srgbClr val="F9731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 16"/>
            <p:cNvCxnSpPr/>
            <p:nvPr/>
          </p:nvCxnSpPr>
          <p:spPr>
            <a:xfrm>
              <a:off x="15304" y="6437"/>
              <a:ext cx="1080" cy="821"/>
            </a:xfrm>
            <a:prstGeom prst="line">
              <a:avLst/>
            </a:prstGeom>
            <a:ln w="38100">
              <a:solidFill>
                <a:srgbClr val="DC262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/>
            <p:cNvSpPr txBox="1"/>
            <p:nvPr/>
          </p:nvSpPr>
          <p:spPr>
            <a:xfrm>
              <a:off x="11776" y="7546"/>
              <a:ext cx="4896" cy="432"/>
            </a:xfrm>
            <a:prstGeom prst="rect">
              <a:avLst/>
            </a:prstGeom>
            <a:noFill/>
          </p:spPr>
          <p:txBody>
            <a:bodyPr wrap="none" anchor="ctr">
              <a:spAutoFit/>
            </a:bodyPr>
            <a:lstStyle/>
            <a:p>
              <a:pPr algn="ctr">
                <a:defRPr sz="1800" b="1">
                  <a:solidFill>
                    <a:srgbClr val="16A34A"/>
                  </a:solidFill>
                </a:defRPr>
              </a:pPr>
              <a:r>
                <a:t>More careful</a:t>
              </a:r>
            </a:p>
          </p:txBody>
        </p:sp>
      </p:grpSp>
      <p:sp>
        <p:nvSpPr>
          <p:cNvPr id="19" name="Text Box 18"/>
          <p:cNvSpPr txBox="1"/>
          <p:nvPr/>
        </p:nvSpPr>
        <p:spPr>
          <a:xfrm>
            <a:off x="479425" y="5700395"/>
            <a:ext cx="8580120" cy="64516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en-US" sz="1800" b="1" dirty="0">
                <a:solidFill>
                  <a:schemeClr val="tx1"/>
                </a:solidFill>
                <a:latin typeface="UCL Sans" pitchFamily="2" charset="77"/>
                <a:sym typeface="+mn-ea"/>
              </a:rPr>
              <a:t>The research problem is:</a:t>
            </a:r>
            <a:endParaRPr lang="en-US" altLang="en-US" sz="1800" b="1" dirty="0">
              <a:solidFill>
                <a:schemeClr val="tx1"/>
              </a:solidFill>
              <a:latin typeface="UCL Sans" pitchFamily="2" charset="77"/>
              <a:sym typeface="+mn-ea"/>
            </a:endParaRPr>
          </a:p>
          <a:p>
            <a:pPr indent="457200"/>
            <a:r>
              <a:rPr lang="en-US" altLang="en-US" sz="1800" b="1" dirty="0">
                <a:solidFill>
                  <a:schemeClr val="tx1"/>
                </a:solidFill>
                <a:latin typeface="UCL Sans" pitchFamily="2" charset="77"/>
                <a:sym typeface="+mn-ea"/>
              </a:rPr>
              <a:t>how can the car use multiple possible futures to choose a safe action?</a:t>
            </a:r>
            <a:endParaRPr lang="en-US" altLang="en-US" sz="1800" b="1" dirty="0">
              <a:solidFill>
                <a:schemeClr val="tx1"/>
              </a:solidFill>
              <a:latin typeface="UCL Sans" pitchFamily="2" charset="77"/>
              <a:sym typeface="+mn-ea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31800" y="266065"/>
            <a:ext cx="11533505" cy="1009650"/>
          </a:xfrm>
        </p:spPr>
        <p:txBody>
          <a:bodyPr/>
          <a:lstStyle/>
          <a:p>
            <a:r>
              <a:rPr lang="en-GB">
                <a:latin typeface="UCL Sans SemiBold"/>
              </a:rPr>
              <a:t>Significance</a:t>
            </a:r>
            <a:r>
              <a:rPr lang="en-US" altLang="en-GB">
                <a:latin typeface="UCL Sans SemiBold"/>
              </a:rPr>
              <a:t>: </a:t>
            </a:r>
            <a:r>
              <a:rPr lang="en-US" altLang="en-US">
                <a:latin typeface="UCL Sans SemiBold"/>
              </a:rPr>
              <a:t>Safety Requires More Than Stopping</a:t>
            </a:r>
            <a:endParaRPr lang="en-US" altLang="en-US">
              <a:latin typeface="UCL Sans SemiBold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1"/>
          </p:nvPr>
        </p:nvSpPr>
        <p:spPr>
          <a:xfrm>
            <a:off x="440690" y="1298575"/>
            <a:ext cx="11257915" cy="3528060"/>
          </a:xfrm>
        </p:spPr>
        <p:txBody>
          <a:bodyPr/>
          <a:lstStyle/>
          <a:p>
            <a:pPr marL="0">
              <a:spcAft>
                <a:spcPts val="900"/>
              </a:spcAft>
              <a:defRPr sz="2200">
                <a:solidFill>
                  <a:srgbClr val="111827"/>
                </a:solidFill>
              </a:defRPr>
            </a:pPr>
            <a:r>
              <a:rPr lang="en-US" altLang="en-US" sz="1800">
                <a:sym typeface="+mn-ea"/>
              </a:rPr>
              <a:t>Intersections are high-risk scenarios because vehicles interact closely and decisions must be made quickly.</a:t>
            </a:r>
            <a:endParaRPr lang="en-US" altLang="en-US" sz="1800">
              <a:latin typeface="UCL Sans" pitchFamily="2" charset="77"/>
            </a:endParaRPr>
          </a:p>
          <a:p>
            <a:pPr marL="0">
              <a:spcAft>
                <a:spcPts val="900"/>
              </a:spcAft>
              <a:defRPr sz="2200">
                <a:solidFill>
                  <a:srgbClr val="111827"/>
                </a:solidFill>
              </a:defRPr>
            </a:pPr>
            <a:r>
              <a:rPr lang="en-US" altLang="en-US" sz="1800">
                <a:latin typeface="UCL Sans" pitchFamily="2" charset="77"/>
              </a:rPr>
              <a:t>A useful planner must balance three goals:</a:t>
            </a:r>
            <a:endParaRPr lang="en-US" altLang="en-US" sz="1800">
              <a:latin typeface="UCL Sans" pitchFamily="2" charset="77"/>
            </a:endParaRPr>
          </a:p>
          <a:p>
            <a:pPr>
              <a:defRPr sz="1500">
                <a:solidFill>
                  <a:srgbClr val="4B5563"/>
                </a:solidFill>
              </a:defRPr>
            </a:pPr>
            <a:endParaRPr lang="en-US" altLang="en-US" sz="1800" dirty="0"/>
          </a:p>
        </p:txBody>
      </p:sp>
      <p:sp>
        <p:nvSpPr>
          <p:cNvPr id="4" name="Rounded Rectangle 3"/>
          <p:cNvSpPr/>
          <p:nvPr/>
        </p:nvSpPr>
        <p:spPr>
          <a:xfrm>
            <a:off x="738505" y="3004820"/>
            <a:ext cx="2900045" cy="1097280"/>
          </a:xfrm>
          <a:prstGeom prst="roundRect">
            <a:avLst/>
          </a:prstGeom>
          <a:solidFill>
            <a:srgbClr val="DCFCE7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rIns="109728" rtlCol="0" anchor="ctr"/>
          <a:lstStyle/>
          <a:p>
            <a:pPr algn="ctr">
              <a:defRPr sz="2800" b="1">
                <a:solidFill>
                  <a:srgbClr val="172554"/>
                </a:solidFill>
              </a:defRPr>
            </a:pPr>
            <a:r>
              <a:t>Safe</a:t>
            </a:r>
            <a:r>
              <a:rPr lang="en-US"/>
              <a:t>ty</a:t>
            </a:r>
            <a:endParaRPr lang="en-US"/>
          </a:p>
          <a:p>
            <a:pPr algn="ctr">
              <a:defRPr sz="2800" b="1">
                <a:solidFill>
                  <a:srgbClr val="172554"/>
                </a:solidFill>
              </a:defRPr>
            </a:pPr>
            <a:r>
              <a:rPr lang="en-US" altLang="en-US" sz="1600" b="0">
                <a:solidFill>
                  <a:schemeClr val="accent5">
                    <a:lumMod val="50000"/>
                  </a:schemeClr>
                </a:solidFill>
                <a:latin typeface="UCL Sans" pitchFamily="2" charset="77"/>
                <a:sym typeface="+mn-ea"/>
              </a:rPr>
              <a:t>avoid collision</a:t>
            </a:r>
            <a:endParaRPr lang="en-US" altLang="en-US" sz="1600" b="0">
              <a:solidFill>
                <a:schemeClr val="accent5">
                  <a:lumMod val="50000"/>
                </a:schemeClr>
              </a:solidFill>
              <a:latin typeface="UCL Sans" pitchFamily="2" charset="77"/>
              <a:sym typeface="+mn-ea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436110" y="3004820"/>
            <a:ext cx="2950845" cy="1097280"/>
          </a:xfrm>
          <a:prstGeom prst="roundRect">
            <a:avLst/>
          </a:prstGeom>
          <a:solidFill>
            <a:srgbClr val="DBEAFE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rIns="109728" rtlCol="0" anchor="ctr"/>
          <a:lstStyle/>
          <a:p>
            <a:pPr algn="ctr">
              <a:defRPr sz="2800" b="1">
                <a:solidFill>
                  <a:srgbClr val="172554"/>
                </a:solidFill>
              </a:defRPr>
            </a:pPr>
            <a:r>
              <a:rPr lang="en-US" altLang="en-US"/>
              <a:t>Progress</a:t>
            </a:r>
            <a:endParaRPr lang="en-US" altLang="en-US"/>
          </a:p>
          <a:p>
            <a:pPr algn="ctr">
              <a:defRPr sz="2800" b="1">
                <a:solidFill>
                  <a:srgbClr val="172554"/>
                </a:solidFill>
              </a:defRPr>
            </a:pPr>
            <a:r>
              <a:rPr lang="en-US" altLang="en-US" sz="1600" b="0">
                <a:solidFill>
                  <a:schemeClr val="accent5">
                    <a:lumMod val="50000"/>
                  </a:schemeClr>
                </a:solidFill>
                <a:latin typeface="UCL Sans" pitchFamily="2" charset="77"/>
                <a:sym typeface="+mn-ea"/>
              </a:rPr>
              <a:t>avoid unnecessary stopping or hesitation</a:t>
            </a:r>
            <a:endParaRPr lang="en-US" altLang="en-US" sz="1600" b="0">
              <a:solidFill>
                <a:schemeClr val="accent5">
                  <a:lumMod val="50000"/>
                </a:schemeClr>
              </a:solidFill>
              <a:latin typeface="UCL Sans" pitchFamily="2" charset="77"/>
              <a:sym typeface="+mn-ea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8235950" y="3004820"/>
            <a:ext cx="2880360" cy="1097280"/>
          </a:xfrm>
          <a:prstGeom prst="roundRect">
            <a:avLst/>
          </a:prstGeom>
          <a:solidFill>
            <a:srgbClr val="FFEDD5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rIns="109728" rtlCol="0" anchor="ctr"/>
          <a:lstStyle/>
          <a:p>
            <a:pPr algn="ctr">
              <a:defRPr sz="2800" b="1">
                <a:solidFill>
                  <a:srgbClr val="172554"/>
                </a:solidFill>
              </a:defRPr>
            </a:pPr>
            <a:r>
              <a:rPr lang="en-US"/>
              <a:t>Comfort</a:t>
            </a:r>
            <a:endParaRPr lang="en-US"/>
          </a:p>
          <a:p>
            <a:pPr algn="ctr">
              <a:defRPr sz="2800" b="1">
                <a:solidFill>
                  <a:srgbClr val="172554"/>
                </a:solidFill>
              </a:defRPr>
            </a:pPr>
            <a:r>
              <a:rPr lang="en-US" altLang="en-US" sz="1600" b="0">
                <a:solidFill>
                  <a:schemeClr val="accent5">
                    <a:lumMod val="50000"/>
                  </a:schemeClr>
                </a:solidFill>
                <a:latin typeface="UCL Sans" pitchFamily="2" charset="77"/>
                <a:sym typeface="+mn-ea"/>
              </a:rPr>
              <a:t>avoid sudden braking or steering</a:t>
            </a:r>
            <a:endParaRPr lang="en-US" altLang="en-US" sz="1600" b="0">
              <a:solidFill>
                <a:schemeClr val="accent5">
                  <a:lumMod val="50000"/>
                </a:schemeClr>
              </a:solidFill>
              <a:latin typeface="UCL Sans" pitchFamily="2" charset="77"/>
              <a:sym typeface="+mn-ea"/>
            </a:endParaRPr>
          </a:p>
        </p:txBody>
      </p:sp>
      <p:sp>
        <p:nvSpPr>
          <p:cNvPr id="11" name="TextBox 7"/>
          <p:cNvSpPr txBox="1"/>
          <p:nvPr/>
        </p:nvSpPr>
        <p:spPr>
          <a:xfrm>
            <a:off x="422910" y="4798060"/>
            <a:ext cx="11219180" cy="115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>
              <a:spcAft>
                <a:spcPts val="900"/>
              </a:spcAft>
              <a:defRPr sz="2200">
                <a:solidFill>
                  <a:srgbClr val="111827"/>
                </a:solidFill>
              </a:defRPr>
            </a:pPr>
            <a:r>
              <a:rPr lang="en-US" altLang="en-US" sz="1800">
                <a:solidFill>
                  <a:schemeClr val="tx1"/>
                </a:solidFill>
                <a:latin typeface="UCL Sans" pitchFamily="2" charset="77"/>
              </a:rPr>
              <a:t>If solved, autonomous vehicles could:</a:t>
            </a:r>
            <a:endParaRPr lang="en-US" altLang="en-US" sz="1800">
              <a:solidFill>
                <a:schemeClr val="tx1"/>
              </a:solidFill>
              <a:latin typeface="UCL Sans" pitchFamily="2" charset="77"/>
            </a:endParaRPr>
          </a:p>
          <a:p>
            <a:pPr marL="342900" indent="-342900">
              <a:spcAft>
                <a:spcPts val="900"/>
              </a:spcAft>
              <a:buFont typeface="Arial" panose="020B0604020202090204" pitchFamily="34" charset="0"/>
              <a:buAutoNum type="arabicPeriod"/>
              <a:defRPr sz="2200">
                <a:solidFill>
                  <a:srgbClr val="111827"/>
                </a:solidFill>
              </a:defRPr>
            </a:pPr>
            <a:r>
              <a:rPr lang="en-US" altLang="en-US" sz="1800">
                <a:solidFill>
                  <a:schemeClr val="tx1"/>
                </a:solidFill>
                <a:latin typeface="UCL Sans" pitchFamily="2" charset="77"/>
              </a:rPr>
              <a:t>cross complex intersections more reliably and avoid unsafe over-confident decisions;</a:t>
            </a:r>
            <a:endParaRPr lang="en-US" altLang="en-US" sz="1800">
              <a:solidFill>
                <a:schemeClr val="tx1"/>
              </a:solidFill>
              <a:latin typeface="UCL Sans" pitchFamily="2" charset="77"/>
            </a:endParaRPr>
          </a:p>
          <a:p>
            <a:pPr marL="342900" indent="-342900">
              <a:spcAft>
                <a:spcPts val="900"/>
              </a:spcAft>
              <a:buFont typeface="Arial" panose="020B0604020202090204" pitchFamily="34" charset="0"/>
              <a:buAutoNum type="arabicPeriod"/>
              <a:defRPr sz="2200">
                <a:solidFill>
                  <a:srgbClr val="111827"/>
                </a:solidFill>
              </a:defRPr>
            </a:pPr>
            <a:r>
              <a:rPr lang="en-US" altLang="en-US" sz="1800">
                <a:solidFill>
                  <a:schemeClr val="tx1"/>
                </a:solidFill>
                <a:latin typeface="UCL Sans" pitchFamily="2" charset="77"/>
              </a:rPr>
              <a:t>reduce unnecessary stopping and provide smoother passenger experience.</a:t>
            </a:r>
            <a:endParaRPr lang="en-US" altLang="en-US" sz="1800">
              <a:solidFill>
                <a:schemeClr val="tx1"/>
              </a:solidFill>
              <a:latin typeface="UCL Sans" pitchFamily="2" charset="77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31800" y="409575"/>
            <a:ext cx="11155680" cy="1009650"/>
          </a:xfrm>
        </p:spPr>
        <p:txBody>
          <a:bodyPr/>
          <a:lstStyle/>
          <a:p>
            <a:r>
              <a:rPr lang="en-GB" dirty="0">
                <a:latin typeface="UCL Sans SemiBold"/>
              </a:rPr>
              <a:t>State of the Art</a:t>
            </a:r>
            <a:r>
              <a:rPr lang="en-US" altLang="en-GB" dirty="0">
                <a:latin typeface="UCL Sans SemiBold"/>
              </a:rPr>
              <a:t>: </a:t>
            </a:r>
            <a:r>
              <a:rPr lang="en-US" altLang="en-US" dirty="0">
                <a:latin typeface="UCL Sans SemiBold"/>
              </a:rPr>
              <a:t>From Prediction to Safe Planning</a:t>
            </a:r>
            <a:endParaRPr lang="en-US" altLang="en-US" dirty="0">
              <a:latin typeface="UCL Sans SemiBold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568960" y="1327785"/>
            <a:ext cx="11155045" cy="4765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marL="0" indent="0">
              <a:spcAft>
                <a:spcPts val="600"/>
              </a:spcAft>
              <a:buFont typeface="Arial" panose="020B0604020202090204" pitchFamily="34" charset="0"/>
              <a:buNone/>
              <a:defRPr sz="1700">
                <a:solidFill>
                  <a:srgbClr val="111827"/>
                </a:solidFill>
              </a:defRPr>
            </a:pPr>
            <a:r>
              <a:rPr lang="en-US" altLang="en-US" sz="1800" b="1">
                <a:latin typeface="UCL Sans" pitchFamily="2" charset="77"/>
              </a:rPr>
              <a:t>MultiPath: </a:t>
            </a:r>
            <a:endParaRPr lang="en-US" altLang="en-US" sz="1800">
              <a:latin typeface="UCL Sans" pitchFamily="2" charset="77"/>
            </a:endParaRPr>
          </a:p>
          <a:p>
            <a:pPr marL="742950" lvl="1" indent="-285750">
              <a:spcAft>
                <a:spcPts val="600"/>
              </a:spcAft>
              <a:buFont typeface="Arial" panose="020B0604020202090204" pitchFamily="34" charset="0"/>
              <a:buChar char="•"/>
              <a:defRPr sz="1700">
                <a:solidFill>
                  <a:srgbClr val="111827"/>
                </a:solidFill>
              </a:defRPr>
            </a:pPr>
            <a:r>
              <a:rPr lang="en-US" altLang="en-US" sz="1800">
                <a:latin typeface="UCL Sans" pitchFamily="2" charset="77"/>
              </a:rPr>
              <a:t>predicts several possible future paths with probabilities and uncertainty.</a:t>
            </a:r>
            <a:endParaRPr lang="en-US" altLang="en-US" sz="1800">
              <a:latin typeface="UCL Sans" pitchFamily="2" charset="77"/>
            </a:endParaRPr>
          </a:p>
          <a:p>
            <a:pPr marL="742950" lvl="1" indent="-285750">
              <a:spcAft>
                <a:spcPts val="600"/>
              </a:spcAft>
              <a:buFont typeface="Arial" panose="020B0604020202090204" pitchFamily="34" charset="0"/>
              <a:buChar char="•"/>
              <a:defRPr sz="1700">
                <a:solidFill>
                  <a:srgbClr val="111827"/>
                </a:solidFill>
              </a:defRPr>
            </a:pPr>
            <a:r>
              <a:rPr lang="en-US" altLang="en-US" sz="1800">
                <a:latin typeface="UCL Sans" pitchFamily="2" charset="77"/>
              </a:rPr>
              <a:t>Limitation: prediction alone does not choose the ego vehicle's action.</a:t>
            </a:r>
            <a:endParaRPr lang="en-US" altLang="en-US" sz="1800">
              <a:latin typeface="UCL Sans" pitchFamily="2" charset="77"/>
            </a:endParaRPr>
          </a:p>
          <a:p>
            <a:pPr lvl="1" indent="0">
              <a:spcAft>
                <a:spcPts val="600"/>
              </a:spcAft>
              <a:buFont typeface="Arial" panose="020B0604020202090204" pitchFamily="34" charset="0"/>
              <a:buNone/>
              <a:defRPr sz="1700">
                <a:solidFill>
                  <a:srgbClr val="111827"/>
                </a:solidFill>
              </a:defRPr>
            </a:pPr>
            <a:endParaRPr lang="en-US" altLang="en-US" sz="1800">
              <a:latin typeface="UCL Sans" pitchFamily="2" charset="77"/>
            </a:endParaRPr>
          </a:p>
          <a:p>
            <a:pPr marL="0" lvl="0" indent="0">
              <a:spcAft>
                <a:spcPts val="600"/>
              </a:spcAft>
              <a:buFont typeface="Arial" panose="020B0604020202090204" pitchFamily="34" charset="0"/>
              <a:buNone/>
              <a:defRPr sz="1700">
                <a:solidFill>
                  <a:srgbClr val="111827"/>
                </a:solidFill>
              </a:defRPr>
            </a:pPr>
            <a:r>
              <a:rPr lang="en-US" altLang="en-US" sz="1800">
                <a:latin typeface="UCL Sans" pitchFamily="2" charset="77"/>
              </a:rPr>
              <a:t>SMPC </a:t>
            </a:r>
            <a:r>
              <a:rPr lang="en-US" altLang="en-US" sz="1800">
                <a:latin typeface="UCL Sans" pitchFamily="2" charset="77"/>
                <a:sym typeface="+mn-ea"/>
              </a:rPr>
              <a:t>(Stochastic Model Predictive Control)</a:t>
            </a:r>
            <a:r>
              <a:rPr lang="en-US" altLang="en-US" sz="1800">
                <a:latin typeface="UCL Sans" pitchFamily="2" charset="77"/>
              </a:rPr>
              <a:t>:</a:t>
            </a:r>
            <a:endParaRPr lang="en-US" altLang="en-US" sz="1800">
              <a:latin typeface="UCL Sans" pitchFamily="2" charset="77"/>
            </a:endParaRPr>
          </a:p>
          <a:p>
            <a:pPr marL="742950" lvl="1" indent="-285750">
              <a:spcAft>
                <a:spcPts val="600"/>
              </a:spcAft>
              <a:buFont typeface="Arial" panose="020B0604020202090204" pitchFamily="34" charset="0"/>
              <a:buChar char="•"/>
              <a:defRPr sz="1700">
                <a:solidFill>
                  <a:srgbClr val="111827"/>
                </a:solidFill>
              </a:defRPr>
            </a:pPr>
            <a:r>
              <a:rPr lang="en-US" altLang="en-US" sz="1800">
                <a:latin typeface="UCL Sans" pitchFamily="2" charset="77"/>
              </a:rPr>
              <a:t>plans safe actions under uncertainty using risk constraints.</a:t>
            </a:r>
            <a:endParaRPr lang="en-US" altLang="en-US" sz="1800">
              <a:latin typeface="UCL Sans" pitchFamily="2" charset="77"/>
            </a:endParaRPr>
          </a:p>
          <a:p>
            <a:pPr marL="742950" lvl="1" indent="-285750">
              <a:spcAft>
                <a:spcPts val="600"/>
              </a:spcAft>
              <a:buFont typeface="Arial" panose="020B0604020202090204" pitchFamily="34" charset="0"/>
              <a:buChar char="•"/>
              <a:defRPr sz="1700">
                <a:solidFill>
                  <a:srgbClr val="111827"/>
                </a:solidFill>
              </a:defRPr>
            </a:pPr>
            <a:r>
              <a:rPr lang="en-US" altLang="en-US" sz="1800">
                <a:latin typeface="UCL Sans" pitchFamily="2" charset="77"/>
              </a:rPr>
              <a:t>Limitation: it may become conservative or infeasible when uncertainty is large.</a:t>
            </a:r>
            <a:endParaRPr lang="en-US" altLang="en-US" sz="1800">
              <a:latin typeface="UCL Sans" pitchFamily="2" charset="77"/>
            </a:endParaRPr>
          </a:p>
          <a:p>
            <a:pPr marL="0" indent="0">
              <a:spcAft>
                <a:spcPts val="600"/>
              </a:spcAft>
              <a:buFont typeface="Arial" panose="020B0604020202090204" pitchFamily="34" charset="0"/>
              <a:buNone/>
              <a:defRPr sz="1700">
                <a:solidFill>
                  <a:srgbClr val="111827"/>
                </a:solidFill>
              </a:defRPr>
            </a:pPr>
            <a:endParaRPr lang="en-US" altLang="en-US" sz="1800">
              <a:latin typeface="UCL Sans" pitchFamily="2" charset="77"/>
            </a:endParaRPr>
          </a:p>
          <a:p>
            <a:pPr marL="0" indent="0">
              <a:spcAft>
                <a:spcPts val="600"/>
              </a:spcAft>
              <a:buFont typeface="Arial" panose="020B0604020202090204" pitchFamily="34" charset="0"/>
              <a:buNone/>
              <a:defRPr sz="1700">
                <a:solidFill>
                  <a:srgbClr val="111827"/>
                </a:solidFill>
              </a:defRPr>
            </a:pPr>
            <a:r>
              <a:rPr lang="en-US" altLang="en-US" sz="1800" b="1">
                <a:latin typeface="UCL Sans" pitchFamily="2" charset="77"/>
              </a:rPr>
              <a:t>The remaining gap:</a:t>
            </a:r>
            <a:endParaRPr lang="en-US" altLang="en-US" sz="1800">
              <a:latin typeface="UCL Sans" pitchFamily="2" charset="77"/>
            </a:endParaRPr>
          </a:p>
          <a:p>
            <a:pPr marL="742950" lvl="1" indent="-285750">
              <a:spcAft>
                <a:spcPts val="600"/>
              </a:spcAft>
              <a:buFont typeface="Arial" panose="020B0604020202090204" pitchFamily="34" charset="0"/>
              <a:buChar char="•"/>
              <a:defRPr sz="1700">
                <a:solidFill>
                  <a:srgbClr val="111827"/>
                </a:solidFill>
              </a:defRPr>
            </a:pPr>
            <a:r>
              <a:rPr lang="en-US" altLang="en-US" sz="1800">
                <a:latin typeface="UCL Sans" pitchFamily="2" charset="77"/>
              </a:rPr>
              <a:t>How can multimodal predictions be used safely and efficiently in closed-loop control?</a:t>
            </a:r>
            <a:endParaRPr lang="en-US" altLang="en-US" sz="1800">
              <a:latin typeface="UCL Sans" pitchFamily="2" charset="77"/>
            </a:endParaRPr>
          </a:p>
          <a:p>
            <a:pPr lvl="1" indent="0">
              <a:spcAft>
                <a:spcPts val="600"/>
              </a:spcAft>
              <a:buFont typeface="Arial" panose="020B0604020202090204" pitchFamily="34" charset="0"/>
              <a:buNone/>
              <a:defRPr sz="1700">
                <a:solidFill>
                  <a:srgbClr val="111827"/>
                </a:solidFill>
              </a:defRPr>
            </a:pPr>
            <a:endParaRPr lang="en-US" altLang="en-US" sz="1800">
              <a:latin typeface="UCL Sans" pitchFamily="2" charset="77"/>
            </a:endParaRPr>
          </a:p>
          <a:p>
            <a:pPr marL="0" indent="0">
              <a:spcAft>
                <a:spcPts val="600"/>
              </a:spcAft>
              <a:buFont typeface="Arial" panose="020B0604020202090204" pitchFamily="34" charset="0"/>
              <a:buNone/>
              <a:defRPr sz="1700">
                <a:solidFill>
                  <a:srgbClr val="111827"/>
                </a:solidFill>
              </a:defRPr>
            </a:pPr>
            <a:r>
              <a:rPr lang="en-US" altLang="en-US" sz="1800">
                <a:latin typeface="UCL Sans" pitchFamily="2" charset="77"/>
              </a:rPr>
              <a:t>My project: </a:t>
            </a:r>
            <a:endParaRPr lang="en-US" altLang="en-US" sz="1800">
              <a:latin typeface="UCL Sans" pitchFamily="2" charset="77"/>
            </a:endParaRPr>
          </a:p>
          <a:p>
            <a:pPr marL="742950" lvl="1" indent="-285750">
              <a:spcAft>
                <a:spcPts val="600"/>
              </a:spcAft>
              <a:buFont typeface="Arial" panose="020B0604020202090204" pitchFamily="34" charset="0"/>
              <a:buChar char="•"/>
              <a:defRPr sz="1700">
                <a:solidFill>
                  <a:srgbClr val="111827"/>
                </a:solidFill>
              </a:defRPr>
            </a:pPr>
            <a:r>
              <a:rPr lang="en-US" altLang="en-US" sz="1800">
                <a:solidFill>
                  <a:srgbClr val="FF0000"/>
                </a:solidFill>
                <a:latin typeface="UCL Sans" pitchFamily="2" charset="77"/>
              </a:rPr>
              <a:t>Produce and evaluate risk-aware SMPC in an intersection scenario with CARLA simulator.</a:t>
            </a:r>
            <a:endParaRPr lang="en-US" altLang="en-US" sz="1800">
              <a:solidFill>
                <a:srgbClr val="FF0000"/>
              </a:solidFill>
              <a:latin typeface="UCL Sans" pitchFamily="2" charset="77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>
                <a:latin typeface="UCL Sans SemiBold"/>
              </a:rPr>
              <a:t>Hypothesis</a:t>
            </a:r>
            <a:endParaRPr lang="en-US"/>
          </a:p>
        </p:txBody>
      </p:sp>
      <p:grpSp>
        <p:nvGrpSpPr>
          <p:cNvPr id="6" name="Group 5"/>
          <p:cNvGrpSpPr/>
          <p:nvPr/>
        </p:nvGrpSpPr>
        <p:grpSpPr>
          <a:xfrm>
            <a:off x="322509" y="1358265"/>
            <a:ext cx="11715821" cy="4676140"/>
            <a:chOff x="1209" y="1913"/>
            <a:chExt cx="17775" cy="7364"/>
          </a:xfrm>
        </p:grpSpPr>
        <p:sp>
          <p:nvSpPr>
            <p:cNvPr id="4" name="Rounded Rectangle 3"/>
            <p:cNvSpPr/>
            <p:nvPr/>
          </p:nvSpPr>
          <p:spPr>
            <a:xfrm>
              <a:off x="1223" y="1913"/>
              <a:ext cx="17477" cy="1152"/>
            </a:xfrm>
            <a:prstGeom prst="roundRect">
              <a:avLst/>
            </a:prstGeom>
            <a:solidFill>
              <a:srgbClr val="DBEAFE"/>
            </a:solidFill>
            <a:ln>
              <a:solidFill>
                <a:srgbClr val="2563E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lvl="1" indent="0" algn="l">
                <a:buFont typeface="Arial" panose="020B0604020202090204" pitchFamily="34" charset="0"/>
                <a:buNone/>
                <a:defRPr sz="2300" b="1">
                  <a:solidFill>
                    <a:srgbClr val="172554"/>
                  </a:solidFill>
                </a:defRPr>
              </a:pPr>
              <a:r>
                <a:rPr lang="en-US" altLang="en-US" sz="1800" b="0">
                  <a:solidFill>
                    <a:srgbClr val="111827"/>
                  </a:solidFill>
                  <a:latin typeface="UCL Sans" pitchFamily="2" charset="77"/>
                  <a:sym typeface="+mn-ea"/>
                </a:rPr>
                <a:t>Research question: </a:t>
              </a:r>
              <a:endParaRPr lang="en-US" altLang="en-US" sz="1800" b="0">
                <a:solidFill>
                  <a:srgbClr val="111827"/>
                </a:solidFill>
                <a:latin typeface="UCL Sans" pitchFamily="2" charset="77"/>
                <a:sym typeface="+mn-ea"/>
              </a:endParaRPr>
            </a:p>
            <a:p>
              <a:pPr lvl="1" indent="0" algn="l">
                <a:buFont typeface="Arial" panose="020B0604020202090204" pitchFamily="34" charset="0"/>
                <a:buNone/>
                <a:defRPr sz="2300" b="1">
                  <a:solidFill>
                    <a:srgbClr val="172554"/>
                  </a:solidFill>
                </a:defRPr>
              </a:pPr>
              <a:r>
                <a:rPr lang="en-US" altLang="en-US" sz="1800" b="0">
                  <a:solidFill>
                    <a:srgbClr val="111827"/>
                  </a:solidFill>
                  <a:latin typeface="UCL Sans" pitchFamily="2" charset="77"/>
                  <a:sym typeface="+mn-ea"/>
                </a:rPr>
                <a:t>Can a self-driving car cross an intersection more safely by considering several possible futures?</a:t>
              </a:r>
              <a:endParaRPr lang="en-US" altLang="en-US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1209" y="2650"/>
              <a:ext cx="17775" cy="6627"/>
            </a:xfrm>
            <a:prstGeom prst="rect">
              <a:avLst/>
            </a:prstGeom>
            <a:noFill/>
          </p:spPr>
          <p:txBody>
            <a:bodyPr wrap="square" lIns="73152" rIns="73152">
              <a:noAutofit/>
            </a:bodyPr>
            <a:lstStyle/>
            <a:p>
              <a:pPr marL="0" indent="0" algn="l">
                <a:buNone/>
                <a:defRPr sz="2300" b="1">
                  <a:solidFill>
                    <a:srgbClr val="172554"/>
                  </a:solidFill>
                </a:defRPr>
              </a:pPr>
              <a:endParaRPr lang="en-US" altLang="en-US" sz="1800" b="0">
                <a:solidFill>
                  <a:srgbClr val="111827"/>
                </a:solidFill>
                <a:latin typeface="UCL Sans" pitchFamily="2" charset="77"/>
              </a:endParaRPr>
            </a:p>
            <a:p>
              <a:pPr lvl="1" indent="0" algn="l">
                <a:buFont typeface="Arial" panose="020B0604020202090204" pitchFamily="34" charset="0"/>
                <a:buNone/>
                <a:defRPr sz="2300" b="1">
                  <a:solidFill>
                    <a:srgbClr val="172554"/>
                  </a:solidFill>
                </a:defRPr>
              </a:pPr>
              <a:endParaRPr lang="en-US" altLang="en-US" sz="1800" b="0">
                <a:solidFill>
                  <a:srgbClr val="111827"/>
                </a:solidFill>
                <a:latin typeface="UCL Sans" pitchFamily="2" charset="77"/>
              </a:endParaRPr>
            </a:p>
            <a:p>
              <a:pPr marL="0" lvl="0" indent="0" algn="l">
                <a:buNone/>
                <a:defRPr sz="2300" b="1">
                  <a:solidFill>
                    <a:srgbClr val="172554"/>
                  </a:solidFill>
                </a:defRPr>
              </a:pPr>
              <a:r>
                <a:rPr lang="en-US" altLang="en-US" sz="1800" b="0">
                  <a:solidFill>
                    <a:srgbClr val="111827"/>
                  </a:solidFill>
                  <a:latin typeface="UCL Sans" pitchFamily="2" charset="77"/>
                </a:rPr>
                <a:t>Hypothesis:</a:t>
              </a:r>
              <a:endParaRPr lang="en-US" altLang="en-US" sz="1800" b="0">
                <a:solidFill>
                  <a:srgbClr val="111827"/>
                </a:solidFill>
                <a:latin typeface="UCL Sans" pitchFamily="2" charset="77"/>
              </a:endParaRPr>
            </a:p>
            <a:p>
              <a:pPr marL="742950" lvl="1" indent="-285750" algn="l">
                <a:buFont typeface="Arial" panose="020B0604020202090204" pitchFamily="34" charset="0"/>
                <a:buChar char="•"/>
                <a:defRPr sz="2300" b="1">
                  <a:solidFill>
                    <a:srgbClr val="172554"/>
                  </a:solidFill>
                </a:defRPr>
              </a:pPr>
              <a:r>
                <a:rPr lang="en-US" altLang="en-US" sz="1800" b="0">
                  <a:solidFill>
                    <a:srgbClr val="111827"/>
                  </a:solidFill>
                  <a:latin typeface="UCL Sans" pitchFamily="2" charset="77"/>
                </a:rPr>
                <a:t>Using multimodal predictions in SMPC should keep the ego vehicle safer without making it unnecessarily hesitant.</a:t>
              </a:r>
              <a:endParaRPr lang="en-US" altLang="en-US" sz="1800" b="0">
                <a:solidFill>
                  <a:srgbClr val="111827"/>
                </a:solidFill>
                <a:latin typeface="UCL Sans" pitchFamily="2" charset="77"/>
              </a:endParaRPr>
            </a:p>
            <a:p>
              <a:pPr lvl="1" indent="0" algn="l">
                <a:buFont typeface="Arial" panose="020B0604020202090204" pitchFamily="34" charset="0"/>
                <a:buNone/>
                <a:defRPr sz="2300" b="1">
                  <a:solidFill>
                    <a:srgbClr val="172554"/>
                  </a:solidFill>
                </a:defRPr>
              </a:pPr>
              <a:endParaRPr lang="en-US" altLang="en-US" sz="1800" b="0">
                <a:solidFill>
                  <a:srgbClr val="111827"/>
                </a:solidFill>
                <a:latin typeface="UCL Sans" pitchFamily="2" charset="77"/>
              </a:endParaRPr>
            </a:p>
            <a:p>
              <a:pPr algn="l">
                <a:defRPr sz="2300" b="1">
                  <a:solidFill>
                    <a:srgbClr val="172554"/>
                  </a:solidFill>
                </a:defRPr>
              </a:pPr>
              <a:r>
                <a:rPr lang="en-US" altLang="en-US" sz="1800" b="0">
                  <a:solidFill>
                    <a:srgbClr val="111827"/>
                  </a:solidFill>
                  <a:latin typeface="UCL Sans" pitchFamily="2" charset="77"/>
                </a:rPr>
                <a:t>Success criteria:</a:t>
              </a:r>
              <a:endParaRPr lang="en-US" altLang="en-US" sz="1800" b="0">
                <a:solidFill>
                  <a:srgbClr val="111827"/>
                </a:solidFill>
                <a:latin typeface="UCL Sans" pitchFamily="2" charset="77"/>
              </a:endParaRPr>
            </a:p>
            <a:p>
              <a:pPr marL="742950" lvl="1" indent="-285750" algn="l">
                <a:buFont typeface="Arial" panose="020B0604020202090204" pitchFamily="34" charset="0"/>
                <a:buChar char="•"/>
                <a:defRPr sz="2300" b="1">
                  <a:solidFill>
                    <a:srgbClr val="172554"/>
                  </a:solidFill>
                </a:defRPr>
              </a:pPr>
              <a:r>
                <a:rPr lang="en-US" altLang="en-US" sz="1800" b="0">
                  <a:solidFill>
                    <a:srgbClr val="111827"/>
                  </a:solidFill>
                  <a:latin typeface="UCL Sans" pitchFamily="2" charset="77"/>
                </a:rPr>
                <a:t>Higher minimum distance to the target vehicle.</a:t>
              </a:r>
              <a:endParaRPr lang="en-US" altLang="en-US" sz="1800" b="0">
                <a:solidFill>
                  <a:srgbClr val="111827"/>
                </a:solidFill>
                <a:latin typeface="UCL Sans" pitchFamily="2" charset="77"/>
              </a:endParaRPr>
            </a:p>
            <a:p>
              <a:pPr marL="742950" lvl="1" indent="-285750" algn="l">
                <a:buFont typeface="Arial" panose="020B0604020202090204" pitchFamily="34" charset="0"/>
                <a:buChar char="•"/>
                <a:defRPr sz="2300" b="1">
                  <a:solidFill>
                    <a:srgbClr val="172554"/>
                  </a:solidFill>
                </a:defRPr>
              </a:pPr>
              <a:r>
                <a:rPr lang="en-US" altLang="en-US" sz="1800" b="0">
                  <a:solidFill>
                    <a:srgbClr val="111827"/>
                  </a:solidFill>
                  <a:latin typeface="UCL Sans" pitchFamily="2" charset="77"/>
                </a:rPr>
                <a:t>High solver feasibility.</a:t>
              </a:r>
              <a:endParaRPr lang="en-US" altLang="en-US" sz="1800" b="0">
                <a:solidFill>
                  <a:srgbClr val="111827"/>
                </a:solidFill>
                <a:latin typeface="UCL Sans" pitchFamily="2" charset="77"/>
              </a:endParaRPr>
            </a:p>
            <a:p>
              <a:pPr marL="742950" lvl="1" indent="-285750" algn="l">
                <a:buFont typeface="Arial" panose="020B0604020202090204" pitchFamily="34" charset="0"/>
                <a:buChar char="•"/>
                <a:defRPr sz="2300" b="1">
                  <a:solidFill>
                    <a:srgbClr val="172554"/>
                  </a:solidFill>
                </a:defRPr>
              </a:pPr>
              <a:r>
                <a:rPr lang="en-US" altLang="en-US" sz="1800" b="0">
                  <a:solidFill>
                    <a:srgbClr val="111827"/>
                  </a:solidFill>
                  <a:latin typeface="UCL Sans" pitchFamily="2" charset="77"/>
                </a:rPr>
                <a:t>Reasonable completion time.</a:t>
              </a:r>
              <a:endParaRPr lang="en-US" altLang="en-US" sz="1800" b="0">
                <a:solidFill>
                  <a:srgbClr val="111827"/>
                </a:solidFill>
                <a:latin typeface="UCL Sans" pitchFamily="2" charset="77"/>
              </a:endParaRPr>
            </a:p>
            <a:p>
              <a:pPr marL="742950" lvl="1" indent="-285750" algn="l">
                <a:buFont typeface="Arial" panose="020B0604020202090204" pitchFamily="34" charset="0"/>
                <a:buChar char="•"/>
                <a:defRPr sz="2300" b="1">
                  <a:solidFill>
                    <a:srgbClr val="172554"/>
                  </a:solidFill>
                </a:defRPr>
              </a:pPr>
              <a:r>
                <a:rPr lang="en-US" altLang="en-US" sz="1800" b="0">
                  <a:solidFill>
                    <a:srgbClr val="111827"/>
                  </a:solidFill>
                  <a:latin typeface="UCL Sans" pitchFamily="2" charset="77"/>
                </a:rPr>
                <a:t>Smooth and stable control actions.</a:t>
              </a:r>
              <a:endParaRPr lang="en-US" altLang="en-US" sz="1800" b="0">
                <a:solidFill>
                  <a:srgbClr val="111827"/>
                </a:solidFill>
                <a:latin typeface="UCL Sans" pitchFamily="2" charset="77"/>
              </a:endParaRPr>
            </a:p>
            <a:p>
              <a:pPr marL="0" lvl="0" indent="0" algn="l">
                <a:buFont typeface="Arial" panose="020B0604020202090204" pitchFamily="34" charset="0"/>
                <a:buNone/>
                <a:defRPr sz="2300" b="1">
                  <a:solidFill>
                    <a:srgbClr val="172554"/>
                  </a:solidFill>
                </a:defRPr>
              </a:pPr>
              <a:endParaRPr lang="en-US" altLang="en-US" sz="1800" b="0">
                <a:solidFill>
                  <a:srgbClr val="111827"/>
                </a:solidFill>
                <a:latin typeface="UCL Sans" pitchFamily="2" charset="77"/>
              </a:endParaRPr>
            </a:p>
            <a:p>
              <a:pPr marL="0" lvl="0" indent="0" algn="l">
                <a:buFont typeface="Arial" panose="020B0604020202090204" pitchFamily="34" charset="0"/>
                <a:buNone/>
                <a:defRPr sz="2300" b="1">
                  <a:solidFill>
                    <a:srgbClr val="172554"/>
                  </a:solidFill>
                </a:defRPr>
              </a:pPr>
              <a:r>
                <a:rPr lang="en-US" altLang="en-US" sz="1800" b="0">
                  <a:solidFill>
                    <a:srgbClr val="111827"/>
                  </a:solidFill>
                  <a:latin typeface="UCL Sans" pitchFamily="2" charset="77"/>
                </a:rPr>
                <a:t>Failure condition:</a:t>
              </a:r>
              <a:endParaRPr lang="en-US" altLang="en-US" sz="1800" b="0">
                <a:solidFill>
                  <a:srgbClr val="111827"/>
                </a:solidFill>
                <a:latin typeface="UCL Sans" pitchFamily="2" charset="77"/>
              </a:endParaRPr>
            </a:p>
            <a:p>
              <a:pPr marL="742950" lvl="1" indent="-285750" algn="l">
                <a:buFont typeface="Arial" panose="020B0604020202090204" pitchFamily="34" charset="0"/>
                <a:buChar char="•"/>
                <a:defRPr sz="2300" b="1">
                  <a:solidFill>
                    <a:srgbClr val="172554"/>
                  </a:solidFill>
                </a:defRPr>
              </a:pPr>
              <a:r>
                <a:rPr lang="en-US" altLang="en-US" sz="1800" b="0">
                  <a:solidFill>
                    <a:srgbClr val="111827"/>
                  </a:solidFill>
                  <a:latin typeface="UCL Sans" pitchFamily="2" charset="77"/>
                </a:rPr>
                <a:t>If the method is unsafe, infeasible, or only stays safe by stopping too much</a:t>
              </a:r>
              <a:endParaRPr lang="en-US" altLang="en-US" sz="1800" b="0">
                <a:solidFill>
                  <a:srgbClr val="111827"/>
                </a:solidFill>
                <a:latin typeface="UCL Sans" pitchFamily="2" charset="77"/>
              </a:endParaRP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>
                <a:latin typeface="UCL Sans SemiBold"/>
              </a:rPr>
              <a:t>Execution plan</a:t>
            </a:r>
            <a:endParaRPr lang="en-US"/>
          </a:p>
        </p:txBody>
      </p:sp>
      <p:grpSp>
        <p:nvGrpSpPr>
          <p:cNvPr id="8" name="Group 7"/>
          <p:cNvGrpSpPr/>
          <p:nvPr/>
        </p:nvGrpSpPr>
        <p:grpSpPr>
          <a:xfrm>
            <a:off x="1331595" y="3593465"/>
            <a:ext cx="10694950" cy="2301875"/>
            <a:chOff x="687" y="5337"/>
            <a:chExt cx="17119" cy="3625"/>
          </a:xfrm>
        </p:grpSpPr>
        <p:grpSp>
          <p:nvGrpSpPr>
            <p:cNvPr id="3" name="Group 2"/>
            <p:cNvGrpSpPr/>
            <p:nvPr/>
          </p:nvGrpSpPr>
          <p:grpSpPr>
            <a:xfrm>
              <a:off x="687" y="5337"/>
              <a:ext cx="6834" cy="3322"/>
              <a:chOff x="687" y="3824"/>
              <a:chExt cx="6834" cy="3322"/>
            </a:xfrm>
          </p:grpSpPr>
          <p:sp>
            <p:nvSpPr>
              <p:cNvPr id="4" name="Text Box 3"/>
              <p:cNvSpPr txBox="1"/>
              <p:nvPr/>
            </p:nvSpPr>
            <p:spPr>
              <a:xfrm>
                <a:off x="687" y="4776"/>
                <a:ext cx="6834" cy="2370"/>
              </a:xfrm>
              <a:prstGeom prst="rect">
                <a:avLst/>
              </a:prstGeom>
              <a:noFill/>
            </p:spPr>
            <p:txBody>
              <a:bodyPr wrap="square" rtlCol="0" anchor="t">
                <a:noAutofit/>
              </a:bodyPr>
              <a:p>
                <a:pPr marL="285750" indent="-285750">
                  <a:buFont typeface="Arial" panose="020B0604020202090204" pitchFamily="34" charset="0"/>
                  <a:buChar char="•"/>
                </a:pPr>
                <a:r>
                  <a:rPr lang="en-US" altLang="en-US" sz="1800">
                    <a:solidFill>
                      <a:srgbClr val="111827"/>
                    </a:solidFill>
                    <a:latin typeface="UCL Sans" pitchFamily="2" charset="77"/>
                  </a:rPr>
                  <a:t>No-TV baseline</a:t>
                </a:r>
                <a:r>
                  <a:rPr lang="en-US" altLang="en-US" sz="1800">
                    <a:solidFill>
                      <a:srgbClr val="111827"/>
                    </a:solidFill>
                    <a:latin typeface="UCL Sans" pitchFamily="2" charset="77"/>
                  </a:rPr>
                  <a:t>s.</a:t>
                </a:r>
                <a:endParaRPr lang="en-US" altLang="en-US" sz="1800">
                  <a:solidFill>
                    <a:srgbClr val="111827"/>
                  </a:solidFill>
                  <a:latin typeface="UCL Sans" pitchFamily="2" charset="77"/>
                </a:endParaRPr>
              </a:p>
              <a:p>
                <a:pPr marL="742950" lvl="1" indent="-285750">
                  <a:buFont typeface="Arial" panose="020B0604020202090204" pitchFamily="34" charset="0"/>
                  <a:buChar char="•"/>
                </a:pPr>
                <a:r>
                  <a:rPr lang="en-US" altLang="en-US" sz="1800">
                    <a:solidFill>
                      <a:srgbClr val="FF0000"/>
                    </a:solidFill>
                    <a:latin typeface="UCL Sans" pitchFamily="2" charset="77"/>
                  </a:rPr>
                  <a:t>ideal path and time</a:t>
                </a:r>
                <a:endParaRPr lang="en-US" altLang="en-US" sz="1800">
                  <a:solidFill>
                    <a:srgbClr val="FF0000"/>
                  </a:solidFill>
                  <a:latin typeface="UCL Sans" pitchFamily="2" charset="77"/>
                </a:endParaRPr>
              </a:p>
              <a:p>
                <a:pPr marL="285750" indent="-285750">
                  <a:buFont typeface="Arial" panose="020B0604020202090204" pitchFamily="34" charset="0"/>
                  <a:buChar char="•"/>
                </a:pPr>
                <a:r>
                  <a:rPr lang="en-US" altLang="en-US" sz="1800">
                    <a:solidFill>
                      <a:srgbClr val="111827"/>
                    </a:solidFill>
                    <a:latin typeface="UCL Sans" pitchFamily="2" charset="77"/>
                    <a:sym typeface="+mn-ea"/>
                  </a:rPr>
                  <a:t>Fixed-risk SMPC.</a:t>
                </a:r>
                <a:endParaRPr lang="en-US" altLang="en-US" sz="1800">
                  <a:solidFill>
                    <a:srgbClr val="111827"/>
                  </a:solidFill>
                  <a:latin typeface="UCL Sans" pitchFamily="2" charset="77"/>
                </a:endParaRPr>
              </a:p>
              <a:p>
                <a:pPr marL="742950" lvl="1" indent="-285750">
                  <a:buFont typeface="Arial" panose="020B0604020202090204" pitchFamily="34" charset="0"/>
                  <a:buChar char="•"/>
                </a:pPr>
                <a:r>
                  <a:rPr lang="en-US" altLang="en-US" sz="1800">
                    <a:solidFill>
                      <a:srgbClr val="FF0000"/>
                    </a:solidFill>
                    <a:latin typeface="UCL Sans" pitchFamily="2" charset="77"/>
                    <a:sym typeface="+mn-ea"/>
                  </a:rPr>
                  <a:t>basic uncertainty handling</a:t>
                </a:r>
                <a:endParaRPr lang="en-US" altLang="en-US" sz="1800">
                  <a:solidFill>
                    <a:srgbClr val="FF0000"/>
                  </a:solidFill>
                  <a:latin typeface="UCL Sans" pitchFamily="2" charset="77"/>
                </a:endParaRPr>
              </a:p>
              <a:p>
                <a:pPr marL="285750" indent="-285750">
                  <a:buFont typeface="Arial" panose="020B0604020202090204" pitchFamily="34" charset="0"/>
                  <a:buChar char="•"/>
                </a:pPr>
                <a:r>
                  <a:rPr lang="en-US" altLang="en-US" sz="1800">
                    <a:solidFill>
                      <a:srgbClr val="111827"/>
                    </a:solidFill>
                    <a:latin typeface="UCL Sans" pitchFamily="2" charset="77"/>
                  </a:rPr>
                  <a:t>Variable-risk SMPC.</a:t>
                </a:r>
                <a:endParaRPr lang="en-US" altLang="en-US" sz="1800">
                  <a:solidFill>
                    <a:srgbClr val="111827"/>
                  </a:solidFill>
                  <a:latin typeface="UCL Sans" pitchFamily="2" charset="77"/>
                </a:endParaRPr>
              </a:p>
              <a:p>
                <a:pPr marL="742950" lvl="1" indent="-285750">
                  <a:buFont typeface="Arial" panose="020B0604020202090204" pitchFamily="34" charset="0"/>
                  <a:buChar char="•"/>
                </a:pPr>
                <a:r>
                  <a:rPr lang="en-US" altLang="en-US" sz="1800">
                    <a:solidFill>
                      <a:srgbClr val="FF0000"/>
                    </a:solidFill>
                    <a:latin typeface="UCL Sans" pitchFamily="2" charset="77"/>
                  </a:rPr>
                  <a:t>adaptive risk allocation</a:t>
                </a:r>
                <a:endParaRPr lang="en-US" altLang="en-US" sz="1800">
                  <a:solidFill>
                    <a:srgbClr val="FF0000"/>
                  </a:solidFill>
                  <a:latin typeface="UCL Sans" pitchFamily="2" charset="77"/>
                </a:endParaRPr>
              </a:p>
            </p:txBody>
          </p:sp>
          <p:sp>
            <p:nvSpPr>
              <p:cNvPr id="6" name="Rounded Rectangle 5"/>
              <p:cNvSpPr/>
              <p:nvPr/>
            </p:nvSpPr>
            <p:spPr>
              <a:xfrm>
                <a:off x="896" y="3824"/>
                <a:ext cx="5589" cy="792"/>
              </a:xfrm>
              <a:prstGeom prst="roundRect">
                <a:avLst/>
              </a:prstGeom>
              <a:solidFill>
                <a:srgbClr val="DCFCE7"/>
              </a:solidFill>
              <a:ln>
                <a:solidFill>
                  <a:srgbClr val="16A34A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/>
              <a:p>
                <a:pPr algn="ctr">
                  <a:defRPr sz="1700" b="1">
                    <a:solidFill>
                      <a:srgbClr val="172554"/>
                    </a:solidFill>
                  </a:defRPr>
                </a:pPr>
                <a:r>
                  <a:t>Testing: compare policies</a:t>
                </a:r>
                <a:endParaRPr lang="en-US"/>
              </a:p>
            </p:txBody>
          </p:sp>
        </p:grpSp>
        <p:sp>
          <p:nvSpPr>
            <p:cNvPr id="5" name="Rounded Rectangle 4"/>
            <p:cNvSpPr/>
            <p:nvPr/>
          </p:nvSpPr>
          <p:spPr>
            <a:xfrm>
              <a:off x="8302" y="5337"/>
              <a:ext cx="5688" cy="792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 cap="flat" cmpd="sng">
              <a:solidFill>
                <a:schemeClr val="accent6"/>
              </a:solidFill>
              <a:prstDash val="solid"/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>
                <a:defRPr sz="1700" b="1">
                  <a:solidFill>
                    <a:srgbClr val="172554"/>
                  </a:solidFill>
                </a:defRPr>
              </a:pPr>
              <a:r>
                <a:t>Evaluation: use metrics</a:t>
              </a:r>
              <a:endParaRPr lang="en-US"/>
            </a:p>
          </p:txBody>
        </p:sp>
        <p:sp>
          <p:nvSpPr>
            <p:cNvPr id="7" name="Text Box 6"/>
            <p:cNvSpPr txBox="1"/>
            <p:nvPr/>
          </p:nvSpPr>
          <p:spPr>
            <a:xfrm>
              <a:off x="8206" y="6201"/>
              <a:ext cx="9600" cy="2761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p>
              <a:pPr marL="285750" indent="-285750">
                <a:buFont typeface="Arial" panose="020B0604020202090204" pitchFamily="34" charset="0"/>
                <a:buChar char="•"/>
              </a:pPr>
              <a:r>
                <a:rPr lang="en-US" altLang="en-US" sz="1800">
                  <a:solidFill>
                    <a:srgbClr val="111827"/>
                  </a:solidFill>
                  <a:latin typeface="UCL Sans" pitchFamily="2" charset="77"/>
                </a:rPr>
                <a:t>Completion time.</a:t>
              </a:r>
              <a:endParaRPr lang="en-US" altLang="en-US" sz="1800">
                <a:solidFill>
                  <a:srgbClr val="111827"/>
                </a:solidFill>
                <a:latin typeface="UCL Sans" pitchFamily="2" charset="77"/>
              </a:endParaRPr>
            </a:p>
            <a:p>
              <a:pPr marL="285750" indent="-285750">
                <a:buFont typeface="Arial" panose="020B0604020202090204" pitchFamily="34" charset="0"/>
                <a:buChar char="•"/>
              </a:pPr>
              <a:r>
                <a:rPr lang="en-US" altLang="en-US" sz="1800">
                  <a:solidFill>
                    <a:srgbClr val="111827"/>
                  </a:solidFill>
                  <a:latin typeface="UCL Sans" pitchFamily="2" charset="77"/>
                </a:rPr>
                <a:t>Solver feasibility.</a:t>
              </a:r>
              <a:endParaRPr lang="en-US" altLang="en-US" sz="1800">
                <a:solidFill>
                  <a:srgbClr val="111827"/>
                </a:solidFill>
                <a:latin typeface="UCL Sans" pitchFamily="2" charset="77"/>
              </a:endParaRPr>
            </a:p>
            <a:p>
              <a:pPr marL="285750" indent="-285750">
                <a:buFont typeface="Arial" panose="020B0604020202090204" pitchFamily="34" charset="0"/>
                <a:buChar char="•"/>
              </a:pPr>
              <a:r>
                <a:rPr lang="en-US" altLang="en-US" sz="1800">
                  <a:solidFill>
                    <a:srgbClr val="111827"/>
                  </a:solidFill>
                  <a:latin typeface="UCL Sans" pitchFamily="2" charset="77"/>
                </a:rPr>
                <a:t>Minimum distance to target vehicle.</a:t>
              </a:r>
              <a:endParaRPr lang="en-US" altLang="en-US" sz="1800">
                <a:solidFill>
                  <a:srgbClr val="111827"/>
                </a:solidFill>
                <a:latin typeface="UCL Sans" pitchFamily="2" charset="77"/>
              </a:endParaRPr>
            </a:p>
            <a:p>
              <a:pPr marL="285750" indent="-285750">
                <a:buFont typeface="Arial" panose="020B0604020202090204" pitchFamily="34" charset="0"/>
                <a:buChar char="•"/>
              </a:pPr>
              <a:r>
                <a:rPr lang="en-US" altLang="en-US" sz="1800">
                  <a:solidFill>
                    <a:srgbClr val="111827"/>
                  </a:solidFill>
                  <a:latin typeface="UCL Sans" pitchFamily="2" charset="77"/>
                </a:rPr>
                <a:t>Path deviation.</a:t>
              </a:r>
              <a:endParaRPr lang="en-US" altLang="en-US" sz="1800">
                <a:solidFill>
                  <a:srgbClr val="111827"/>
                </a:solidFill>
                <a:latin typeface="UCL Sans" pitchFamily="2" charset="77"/>
              </a:endParaRPr>
            </a:p>
            <a:p>
              <a:pPr marL="285750" indent="-285750">
                <a:buFont typeface="Arial" panose="020B0604020202090204" pitchFamily="34" charset="0"/>
                <a:buChar char="•"/>
              </a:pPr>
              <a:r>
                <a:rPr lang="en-US" altLang="en-US" sz="1800">
                  <a:solidFill>
                    <a:srgbClr val="111827"/>
                  </a:solidFill>
                  <a:latin typeface="UCL Sans" pitchFamily="2" charset="77"/>
                </a:rPr>
                <a:t>Comfort / jerk.</a:t>
              </a:r>
              <a:endParaRPr lang="en-US" altLang="en-US" sz="1800">
                <a:solidFill>
                  <a:srgbClr val="111827"/>
                </a:solidFill>
                <a:latin typeface="UCL Sans" pitchFamily="2" charset="77"/>
              </a:endParaRPr>
            </a:p>
            <a:p>
              <a:pPr marL="285750" indent="-285750">
                <a:buFont typeface="Arial" panose="020B0604020202090204" pitchFamily="34" charset="0"/>
                <a:buChar char="•"/>
              </a:pPr>
              <a:r>
                <a:rPr lang="en-US" altLang="en-US" sz="1800">
                  <a:solidFill>
                    <a:srgbClr val="111827"/>
                  </a:solidFill>
                  <a:latin typeface="UCL Sans" pitchFamily="2" charset="77"/>
                </a:rPr>
                <a:t>Solve time.</a:t>
              </a:r>
              <a:endParaRPr lang="en-US" altLang="en-US" sz="1800">
                <a:solidFill>
                  <a:srgbClr val="111827"/>
                </a:solidFill>
                <a:latin typeface="UCL Sans" pitchFamily="2" charset="77"/>
              </a:endParaRPr>
            </a:p>
          </p:txBody>
        </p:sp>
      </p:grpSp>
      <p:pic>
        <p:nvPicPr>
          <p:cNvPr id="16" name="Picture 1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1630" y="1430655"/>
            <a:ext cx="11469370" cy="1636395"/>
          </a:xfrm>
          <a:prstGeom prst="rect">
            <a:avLst/>
          </a:prstGeom>
        </p:spPr>
      </p:pic>
      <p:sp>
        <p:nvSpPr>
          <p:cNvPr id="22" name="Text Box 21"/>
          <p:cNvSpPr txBox="1"/>
          <p:nvPr/>
        </p:nvSpPr>
        <p:spPr>
          <a:xfrm>
            <a:off x="-456565" y="6342380"/>
            <a:ext cx="12672695" cy="5219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lvl="1" indent="0" algn="l">
              <a:buFont typeface="Arial" panose="020B0604020202090204" pitchFamily="34" charset="0"/>
              <a:buNone/>
              <a:defRPr sz="2300" b="1">
                <a:solidFill>
                  <a:srgbClr val="172554"/>
                </a:solidFill>
              </a:defRPr>
            </a:pPr>
            <a:r>
              <a:rPr lang="en-US" altLang="en-US" sz="1400">
                <a:solidFill>
                  <a:srgbClr val="111827"/>
                </a:solidFill>
                <a:latin typeface="UCL Sans" pitchFamily="2" charset="77"/>
                <a:sym typeface="+mn-ea"/>
              </a:rPr>
              <a:t>GMM: represents possible target-vehicle futures using probabilities and uncertainty.</a:t>
            </a:r>
            <a:endParaRPr lang="en-US" altLang="en-US" sz="1400">
              <a:solidFill>
                <a:srgbClr val="111827"/>
              </a:solidFill>
              <a:latin typeface="UCL Sans" pitchFamily="2" charset="77"/>
              <a:sym typeface="+mn-ea"/>
            </a:endParaRPr>
          </a:p>
          <a:p>
            <a:pPr lvl="1" indent="0" algn="l">
              <a:buFont typeface="Arial" panose="020B0604020202090204" pitchFamily="34" charset="0"/>
              <a:buNone/>
              <a:defRPr sz="2300" b="1">
                <a:solidFill>
                  <a:srgbClr val="172554"/>
                </a:solidFill>
              </a:defRPr>
            </a:pPr>
            <a:r>
              <a:rPr lang="en-US" altLang="en-US" sz="1400">
                <a:solidFill>
                  <a:srgbClr val="111827"/>
                </a:solidFill>
                <a:latin typeface="UCL Sans" pitchFamily="2" charset="77"/>
                <a:sym typeface="+mn-ea"/>
              </a:rPr>
              <a:t>SMPC: a planning method that chooses safe actions while accounting for uncertain future paths.</a:t>
            </a:r>
            <a:endParaRPr lang="en-US" altLang="en-US" sz="1400">
              <a:solidFill>
                <a:srgbClr val="111827"/>
              </a:solidFill>
              <a:latin typeface="UCL Sans" pitchFamily="2" charset="77"/>
              <a:sym typeface="+mn-ea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31800" y="409575"/>
            <a:ext cx="7550785" cy="838835"/>
          </a:xfrm>
        </p:spPr>
        <p:txBody>
          <a:bodyPr/>
          <a:p>
            <a:r>
              <a:rPr lang="en-GB">
                <a:latin typeface="UCL Sans SemiBold"/>
                <a:sym typeface="+mn-ea"/>
              </a:rPr>
              <a:t>Execution plan</a:t>
            </a:r>
            <a:endParaRPr lang="en-US"/>
          </a:p>
        </p:txBody>
      </p:sp>
      <p:pic>
        <p:nvPicPr>
          <p:cNvPr id="22" name="Picture 2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8120" y="1449070"/>
            <a:ext cx="11729085" cy="426910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>
                <a:latin typeface="UCL Sans SemiBold"/>
              </a:rPr>
              <a:t>Risk analysis</a:t>
            </a:r>
            <a:endParaRPr lang="en-US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59385" y="1452880"/>
          <a:ext cx="11943080" cy="31273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57550"/>
                <a:gridCol w="3886200"/>
                <a:gridCol w="4799330"/>
              </a:tblGrid>
              <a:tr h="6045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rPr sz="1600"/>
                        <a:t>Risk</a:t>
                      </a:r>
                      <a:endParaRPr sz="1600"/>
                    </a:p>
                  </a:txBody>
                  <a:tcPr marL="36576" marR="36576" anchor="ctr">
                    <a:solidFill>
                      <a:srgbClr val="17255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rPr sz="1600"/>
                        <a:t>Why it matters</a:t>
                      </a:r>
                      <a:endParaRPr sz="1600"/>
                    </a:p>
                  </a:txBody>
                  <a:tcPr marL="36576" marR="36576" anchor="ctr">
                    <a:solidFill>
                      <a:srgbClr val="17255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rPr sz="1600"/>
                        <a:t>My response</a:t>
                      </a:r>
                      <a:endParaRPr sz="1600"/>
                    </a:p>
                  </a:txBody>
                  <a:tcPr marL="36576" marR="36576" anchor="ctr">
                    <a:solidFill>
                      <a:srgbClr val="172554"/>
                    </a:solidFill>
                  </a:tcPr>
                </a:tc>
              </a:tr>
              <a:tr h="657225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11827"/>
                          </a:solidFill>
                        </a:defRPr>
                      </a:pPr>
                      <a:r>
                        <a:rPr sz="1600"/>
                        <a:t>Simulator is slow</a:t>
                      </a:r>
                      <a:endParaRPr sz="1600"/>
                    </a:p>
                  </a:txBody>
                  <a:tcPr marL="36576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11827"/>
                          </a:solidFill>
                        </a:defRPr>
                      </a:pPr>
                      <a:r>
                        <a:rPr sz="1600"/>
                        <a:t>Experiments take time</a:t>
                      </a:r>
                      <a:endParaRPr sz="1600"/>
                    </a:p>
                  </a:txBody>
                  <a:tcPr marL="36576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11827"/>
                          </a:solidFill>
                        </a:defRPr>
                      </a:pPr>
                      <a:r>
                        <a:rPr sz="1600"/>
                        <a:t>Run small pilots first</a:t>
                      </a:r>
                      <a:r>
                        <a:rPr lang="en-US" sz="1600"/>
                        <a:t>, then scale experiments</a:t>
                      </a:r>
                      <a:endParaRPr lang="en-US" sz="1600"/>
                    </a:p>
                  </a:txBody>
                  <a:tcPr marL="36576" marR="36576" anchor="ctr">
                    <a:solidFill>
                      <a:srgbClr val="FFFFFF"/>
                    </a:solidFill>
                  </a:tcPr>
                </a:tc>
              </a:tr>
              <a:tr h="603885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11827"/>
                          </a:solidFill>
                        </a:defRPr>
                      </a:pPr>
                      <a:r>
                        <a:rPr sz="1600"/>
                        <a:t>Planner fails</a:t>
                      </a:r>
                      <a:endParaRPr sz="1600"/>
                    </a:p>
                  </a:txBody>
                  <a:tcPr marL="36576" marR="36576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11827"/>
                          </a:solidFill>
                        </a:defRPr>
                      </a:pPr>
                      <a:r>
                        <a:rPr sz="1600"/>
                        <a:t>Car may</a:t>
                      </a:r>
                      <a:r>
                        <a:rPr lang="en-US" sz="1600"/>
                        <a:t> </a:t>
                      </a:r>
                      <a:r>
                        <a:rPr lang="en-US" altLang="en-US" sz="1600"/>
                        <a:t>produce invalid actions</a:t>
                      </a:r>
                      <a:endParaRPr lang="en-US" altLang="en-US" sz="1600"/>
                    </a:p>
                  </a:txBody>
                  <a:tcPr marL="36576" marR="36576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11827"/>
                          </a:solidFill>
                        </a:defRPr>
                      </a:pPr>
                      <a:r>
                        <a:rPr sz="1600"/>
                        <a:t>Save debug logs</a:t>
                      </a:r>
                      <a:r>
                        <a:rPr lang="en-US" sz="1600"/>
                        <a:t>, </a:t>
                      </a:r>
                      <a:r>
                        <a:rPr lang="en-US" altLang="en-US" sz="1600"/>
                        <a:t>use fallback analysis</a:t>
                      </a:r>
                      <a:endParaRPr lang="en-US" altLang="en-US" sz="1600"/>
                    </a:p>
                  </a:txBody>
                  <a:tcPr marL="36576" marR="36576" anchor="ctr">
                    <a:solidFill>
                      <a:srgbClr val="F3F4F6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11827"/>
                          </a:solidFill>
                        </a:defRPr>
                      </a:pPr>
                      <a:r>
                        <a:rPr lang="en-US" sz="1600"/>
                        <a:t>GPUs from UCL are</a:t>
                      </a:r>
                      <a:r>
                        <a:rPr lang="en-US" altLang="en-US" sz="1600"/>
                        <a:t> limited</a:t>
                      </a:r>
                      <a:endParaRPr lang="en-US" altLang="en-US" sz="1600"/>
                    </a:p>
                  </a:txBody>
                  <a:tcPr marL="36576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11827"/>
                          </a:solidFill>
                        </a:defRPr>
                      </a:pPr>
                      <a:r>
                        <a:rPr lang="en-US" sz="1600"/>
                        <a:t>Experiments may be delayed</a:t>
                      </a:r>
                      <a:endParaRPr lang="en-US" sz="1600"/>
                    </a:p>
                  </a:txBody>
                  <a:tcPr marL="36576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11827"/>
                          </a:solidFill>
                        </a:defRPr>
                      </a:pPr>
                      <a:r>
                        <a:rPr lang="en-US" sz="1600"/>
                        <a:t>Use alternative GPUs such as Google Colab</a:t>
                      </a:r>
                      <a:endParaRPr lang="en-US" sz="1600"/>
                    </a:p>
                  </a:txBody>
                  <a:tcPr marL="36576" marR="36576" anchor="ctr">
                    <a:solidFill>
                      <a:srgbClr val="FFFFFF"/>
                    </a:solidFill>
                  </a:tcPr>
                </a:tc>
              </a:tr>
              <a:tr h="655955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11827"/>
                          </a:solidFill>
                        </a:defRPr>
                      </a:pPr>
                      <a:r>
                        <a:rPr lang="en-US" altLang="en-US" sz="1600"/>
                        <a:t>Results are mixed</a:t>
                      </a:r>
                      <a:endParaRPr lang="en-US" altLang="en-US" sz="1600"/>
                    </a:p>
                  </a:txBody>
                  <a:tcPr marL="36576" marR="36576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11827"/>
                          </a:solidFill>
                        </a:defRPr>
                      </a:pPr>
                      <a:r>
                        <a:rPr lang="en-US" altLang="en-US" sz="1600"/>
                        <a:t>Hypothesis may not be fully supported</a:t>
                      </a:r>
                      <a:endParaRPr lang="en-US" altLang="en-US" sz="1600"/>
                    </a:p>
                  </a:txBody>
                  <a:tcPr marL="36576" marR="36576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11827"/>
                          </a:solidFill>
                        </a:defRPr>
                      </a:pPr>
                      <a:r>
                        <a:rPr lang="en-US" altLang="en-US" sz="1600"/>
                        <a:t>Analyse failure cases instead of hiding them</a:t>
                      </a:r>
                      <a:endParaRPr lang="en-US" altLang="en-US" sz="1600"/>
                    </a:p>
                  </a:txBody>
                  <a:tcPr marL="36576" marR="36576" anchor="ctr"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68680" y="4917440"/>
            <a:ext cx="10241280" cy="960120"/>
          </a:xfrm>
          <a:prstGeom prst="roundRect">
            <a:avLst/>
          </a:prstGeom>
          <a:solidFill>
            <a:srgbClr val="FFEDD5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91440" rIns="164592" bIns="73152" rtlCol="0" anchor="ctr"/>
          <a:lstStyle/>
          <a:p>
            <a:pPr algn="l">
              <a:defRPr sz="1500">
                <a:solidFill>
                  <a:srgbClr val="111827"/>
                </a:solidFill>
              </a:defRPr>
            </a:pPr>
            <a:r>
              <a:rPr lang="en-US" altLang="en-US" sz="1800">
                <a:latin typeface="UCL Sans" pitchFamily="2" charset="77"/>
              </a:rPr>
              <a:t>The main research risk is not only whether the car can complete one scenario, </a:t>
            </a:r>
            <a:endParaRPr lang="en-US" altLang="en-US" sz="1800">
              <a:latin typeface="UCL Sans" pitchFamily="2" charset="77"/>
            </a:endParaRPr>
          </a:p>
          <a:p>
            <a:pPr algn="l">
              <a:defRPr sz="1500">
                <a:solidFill>
                  <a:srgbClr val="111827"/>
                </a:solidFill>
              </a:defRPr>
            </a:pPr>
            <a:r>
              <a:rPr lang="en-US" altLang="en-US" sz="1800">
                <a:latin typeface="UCL Sans" pitchFamily="2" charset="77"/>
              </a:rPr>
              <a:t>but whether the method is reliable across different initial conditions.</a:t>
            </a:r>
            <a:endParaRPr lang="en-US" altLang="en-US" sz="1800">
              <a:latin typeface="UCL Sans" pitchFamily="2" charset="77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 descr="A group of people on a staircase&#10;&#10;AI-generated content may be incorrect."/>
          <p:cNvPicPr>
            <a:picLocks noGrp="1" noRot="1" noChangeAspect="1" noMove="1" noResize="1" noEditPoints="1" noAdjustHandles="1" noChangeArrowheads="1" noChangeShapeType="1" noCrop="1"/>
          </p:cNvPicPr>
          <p:nvPr>
            <p:ph type="pic" sz="quarter" idx="13"/>
          </p:nvPr>
        </p:nvPicPr>
        <p:blipFill>
          <a:blip r:embed="rId1"/>
          <a:srcRect t="7707" b="7707"/>
          <a:stretch>
            <a:fillRect/>
          </a:stretch>
        </p:blipFill>
        <p:spPr/>
      </p:pic>
      <p:pic>
        <p:nvPicPr>
          <p:cNvPr id="7" name="Picture 6"/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4572" y="6060701"/>
            <a:ext cx="1421688" cy="3990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UCL Slides templates - Simple theme">
  <a:themeElements>
    <a:clrScheme name="UCL Colours Theme">
      <a:dk1>
        <a:srgbClr val="000000"/>
      </a:dk1>
      <a:lt1>
        <a:srgbClr val="FAFAFA"/>
      </a:lt1>
      <a:dk2>
        <a:srgbClr val="000000"/>
      </a:dk2>
      <a:lt2>
        <a:srgbClr val="E8E8E8"/>
      </a:lt2>
      <a:accent1>
        <a:srgbClr val="3A1857"/>
      </a:accent1>
      <a:accent2>
        <a:srgbClr val="993AFF"/>
      </a:accent2>
      <a:accent3>
        <a:srgbClr val="B982FF"/>
      </a:accent3>
      <a:accent4>
        <a:srgbClr val="DDBDFF"/>
      </a:accent4>
      <a:accent5>
        <a:srgbClr val="EEDEFF"/>
      </a:accent5>
      <a:accent6>
        <a:srgbClr val="30D6FF"/>
      </a:accent6>
      <a:hlink>
        <a:srgbClr val="3A1857"/>
      </a:hlink>
      <a:folHlink>
        <a:srgbClr val="993AFF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UCL Slides templates - Complex design theme">
  <a:themeElements>
    <a:clrScheme name="UCL Colours Theme">
      <a:dk1>
        <a:srgbClr val="000000"/>
      </a:dk1>
      <a:lt1>
        <a:srgbClr val="FAFAFA"/>
      </a:lt1>
      <a:dk2>
        <a:srgbClr val="000000"/>
      </a:dk2>
      <a:lt2>
        <a:srgbClr val="E8E8E8"/>
      </a:lt2>
      <a:accent1>
        <a:srgbClr val="3A1857"/>
      </a:accent1>
      <a:accent2>
        <a:srgbClr val="993AFF"/>
      </a:accent2>
      <a:accent3>
        <a:srgbClr val="B982FF"/>
      </a:accent3>
      <a:accent4>
        <a:srgbClr val="DDBDFF"/>
      </a:accent4>
      <a:accent5>
        <a:srgbClr val="EEDEFF"/>
      </a:accent5>
      <a:accent6>
        <a:srgbClr val="30D6FF"/>
      </a:accent6>
      <a:hlink>
        <a:srgbClr val="3A1857"/>
      </a:hlink>
      <a:folHlink>
        <a:srgbClr val="993AFF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ma="http://schemas.microsoft.com/office/2006/metadata/properties/metaAttributes" xmlns:ct="http://schemas.microsoft.com/office/2006/metadata/contentType" ma:contentTypeName="Document" ct:_="" ma:_="" ma:versionID="601ee87aba0edee35dd0bd1031319f69" ma:contentTypeID="0x010100A12A0662030DBC4F99C1FA9D93D14A4C" ma:contentTypeVersion="" ma:contentTypeDescription="Create a new document." ma:contentTypeScope="">
  <xsd:schema xmlns:xsd="http://www.w3.org/2001/XMLSchema" xmlns:xs="http://www.w3.org/2001/XMLSchema" xmlns:ns2="1d368349-1023-48e7-96c9-f9d028f6f0fb" xmlns:ns3="1aa119c2-5735-4356-91ec-0ca074bf9097" xmlns:p="http://schemas.microsoft.com/office/2006/metadata/properties" xmlns:ns4="32f397aa-99c0-43f4-9b94-7b5d785faf95" ns3:_="" ma:root="true" ma:fieldsID="ceaa2ff74debb88eeec5ab219e85c5f9" ns2:_="" ns4:_="" targetNamespace="http://schemas.microsoft.com/office/2006/metadata/properties">
    <xsd:import namespace="1d368349-1023-48e7-96c9-f9d028f6f0fb"/>
    <xsd:import namespace="1aa119c2-5735-4356-91ec-0ca074bf9097"/>
    <xsd:import namespace="32f397aa-99c0-43f4-9b94-7b5d785faf95"/>
    <xsd:element name="properties">
      <xsd:complexType>
        <xsd:sequence>
          <xsd:element name="documentManagement">
            <xsd:complexType>
              <xsd:all>
                <xsd:element minOccurs="0" ref="ns2:MediaServiceMetadata"/>
                <xsd:element minOccurs="0" ref="ns2:MediaServiceFastMetadata"/>
                <xsd:element minOccurs="0" ref="ns2:MediaServiceAutoKeyPoints"/>
                <xsd:element minOccurs="0" ref="ns2:MediaServiceKeyPoints"/>
                <xsd:element minOccurs="0" ref="ns2:MediaServiceAutoTags"/>
                <xsd:element minOccurs="0" ref="ns2:MediaServiceOCR"/>
                <xsd:element minOccurs="0" ref="ns2:MediaServiceGenerationTime"/>
                <xsd:element minOccurs="0" ref="ns2:MediaServiceEventHashCode"/>
                <xsd:element minOccurs="0" ref="ns2:MediaServiceDateTaken"/>
                <xsd:element minOccurs="0" ref="ns3:SharedWithUsers"/>
                <xsd:element minOccurs="0" ref="ns3:SharedWithDetails"/>
                <xsd:element minOccurs="0" ref="ns2:MediaServiceLocation"/>
                <xsd:element minOccurs="0" ref="ns2:MediaLengthInSeconds"/>
                <xsd:element minOccurs="0" ref="ns2:lcf76f155ced4ddcb4097134ff3c332f"/>
                <xsd:element minOccurs="0" ref="ns4:TaxCatchAll"/>
                <xsd:element minOccurs="0" ref="ns2:MediaServiceObjectDetectorVersions"/>
                <xsd:element minOccurs="0" ref="ns2:MediaServiceSearchProperties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elementFormDefault="qualified" targetNamespace="1d368349-1023-48e7-96c9-f9d028f6f0fb">
    <xsd:import namespace="http://schemas.microsoft.com/office/2006/documentManagement/types"/>
    <xsd:import namespace="http://schemas.microsoft.com/office/infopath/2007/PartnerControls"/>
    <xsd:element name="MediaServiceMetadata" ma:internalName="MediaServiceMetadata" ma:readOnly="true" nillable="true" ma:index="8" ma:hidden="true" ma:displayName="MediaServiceMetadata">
      <xsd:simpleType>
        <xsd:restriction base="dms:Note"/>
      </xsd:simpleType>
    </xsd:element>
    <xsd:element name="MediaServiceFastMetadata" ma:internalName="MediaServiceFastMetadata" ma:readOnly="true" nillable="true" ma:index="9" ma:hidden="true" ma:displayName="MediaServiceFastMetadata">
      <xsd:simpleType>
        <xsd:restriction base="dms:Note"/>
      </xsd:simpleType>
    </xsd:element>
    <xsd:element name="MediaServiceAutoKeyPoints" ma:internalName="MediaServiceAutoKeyPoints" ma:readOnly="true" nillable="true" ma:index="10" ma:hidden="true" ma:displayName="MediaServiceAutoKeyPoints">
      <xsd:simpleType>
        <xsd:restriction base="dms:Note"/>
      </xsd:simpleType>
    </xsd:element>
    <xsd:element name="MediaServiceKeyPoints" ma:internalName="MediaServiceKeyPoints" ma:readOnly="true" nillable="true" ma:index="11" ma:displayName="KeyPoints">
      <xsd:simpleType>
        <xsd:restriction base="dms:Note">
          <xsd:maxLength value="255"/>
        </xsd:restriction>
      </xsd:simpleType>
    </xsd:element>
    <xsd:element name="MediaServiceAutoTags" ma:internalName="MediaServiceAutoTags" ma:readOnly="true" nillable="true" ma:index="12" ma:displayName="Tags">
      <xsd:simpleType>
        <xsd:restriction base="dms:Text"/>
      </xsd:simpleType>
    </xsd:element>
    <xsd:element name="MediaServiceOCR" ma:internalName="MediaServiceOCR" ma:readOnly="true" nillable="true" ma:index="13" ma:displayName="Extracted Text">
      <xsd:simpleType>
        <xsd:restriction base="dms:Note">
          <xsd:maxLength value="255"/>
        </xsd:restriction>
      </xsd:simpleType>
    </xsd:element>
    <xsd:element name="MediaServiceGenerationTime" ma:internalName="MediaServiceGenerationTime" ma:readOnly="true" nillable="true" ma:index="14" ma:hidden="true" ma:displayName="MediaServiceGenerationTime">
      <xsd:simpleType>
        <xsd:restriction base="dms:Text"/>
      </xsd:simpleType>
    </xsd:element>
    <xsd:element name="MediaServiceEventHashCode" ma:internalName="MediaServiceEventHashCode" ma:readOnly="true" nillable="true" ma:index="15" ma:hidden="true" ma:displayName="MediaServiceEventHashCode">
      <xsd:simpleType>
        <xsd:restriction base="dms:Text"/>
      </xsd:simpleType>
    </xsd:element>
    <xsd:element name="MediaServiceDateTaken" ma:internalName="MediaServiceDateTaken" ma:readOnly="true" nillable="true" ma:index="16" ma:hidden="true" ma:displayName="MediaServiceDateTaken">
      <xsd:simpleType>
        <xsd:restriction base="dms:Text"/>
      </xsd:simpleType>
    </xsd:element>
    <xsd:element name="MediaServiceLocation" ma:internalName="MediaServiceLocation" ma:readOnly="true" nillable="true" ma:index="19" ma:displayName="Location">
      <xsd:simpleType>
        <xsd:restriction base="dms:Text"/>
      </xsd:simpleType>
    </xsd:element>
    <xsd:element name="MediaLengthInSeconds" ma:internalName="MediaLengthInSeconds" ma:readOnly="true" nillable="true" ma:index="20" ma:hidden="true" ma:displayName="MediaLengthInSeconds">
      <xsd:simpleType>
        <xsd:restriction base="dms:Unknown"/>
      </xsd:simpleType>
    </xsd:element>
    <xsd:element ma:termSetId="09814cd3-568e-fe90-9814-8d621ff8fb84" ma:taxonomyMulti="true" name="lcf76f155ced4ddcb4097134ff3c332f" ma:anchorId="fba54fb3-c3e1-fe81-a776-ca4b69148c4d" ma:internalName="lcf76f155ced4ddcb4097134ff3c332f" ma:fieldId="{5cf76f15-5ced-4ddc-b409-7134ff3c332f}" ma:readOnly="false" nillable="true" ma:sspId="579a89b1-2c2c-4f7f-9bd7-7914fb13a02b" ma:taxonomy="true" ma:index="22" ma:isKeyword="false" ma:open="true" ma:taxonomyFieldName="MediaServiceImageTags" ma:displayName="Image Tags">
      <xsd:complexType>
        <xsd:sequence>
          <xsd:element maxOccurs="1" minOccurs="0" ref="pc:Terms"/>
        </xsd:sequence>
      </xsd:complexType>
    </xsd:element>
    <xsd:element name="MediaServiceObjectDetectorVersions" ma:internalName="MediaServiceObjectDetectorVersions" ma:readOnly="true" ma:indexed="true" nillable="true" ma:index="24" ma:hidden="true" ma:displayName="MediaServiceObjectDetectorVersions">
      <xsd:simpleType>
        <xsd:restriction base="dms:Text"/>
      </xsd:simpleType>
    </xsd:element>
    <xsd:element name="MediaServiceSearchProperties" ma:internalName="MediaServiceSearchProperties" ma:readOnly="true" nillable="true" ma:index="25" ma:hidden="true" ma:displayName="MediaServiceSearchProperties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elementFormDefault="qualified" targetNamespace="1aa119c2-5735-4356-91ec-0ca074bf9097">
    <xsd:import namespace="http://schemas.microsoft.com/office/2006/documentManagement/types"/>
    <xsd:import namespace="http://schemas.microsoft.com/office/infopath/2007/PartnerControls"/>
    <xsd:element name="SharedWithUsers" ma:internalName="SharedWithUsers" ma:readOnly="true" nillable="true" ma:index="17" ma:displayName="Shared With">
      <xsd:complexType>
        <xsd:complexContent>
          <xsd:extension base="dms:UserMulti">
            <xsd:sequence>
              <xsd:element maxOccurs="unbounded" minOccurs="0" name="UserInfo">
                <xsd:complexType>
                  <xsd:sequence>
                    <xsd:element minOccurs="0" name="DisplayName" type="xsd:string"/>
                    <xsd:element minOccurs="0" name="AccountId" nillable="true" type="dms:UserId"/>
                    <xsd:element minOccurs="0" name="AccountType" type="xsd:string"/>
                  </xsd:sequence>
                </xsd:complexType>
              </xsd:element>
            </xsd:sequence>
          </xsd:extension>
        </xsd:complexContent>
      </xsd:complexType>
    </xsd:element>
    <xsd:element name="SharedWithDetails" ma:internalName="SharedWithDetails" ma:readOnly="true" nillable="true" ma:index="18" ma:displayName="Shared With Details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elementFormDefault="qualified" targetNamespace="32f397aa-99c0-43f4-9b94-7b5d785faf95">
    <xsd:import namespace="http://schemas.microsoft.com/office/2006/documentManagement/types"/>
    <xsd:import namespace="http://schemas.microsoft.com/office/infopath/2007/PartnerControls"/>
    <xsd:element name="TaxCatchAll" ma:internalName="TaxCatchAll" nillable="true" ma:index="23" ma:web="32f397aa-99c0-43f4-9b94-7b5d785faf95" ma:showField="CatchAllData" ma:list="{d117ceb8-fbd8-4cd5-a93e-9fc1393353fc}" ma:hidden="true" ma:displayName="Taxonomy Catch All Column">
      <xsd:complexType>
        <xsd:complexContent>
          <xsd:extension base="dms:MultiChoiceLookup">
            <xsd:sequence>
              <xsd:element maxOccurs="unbounded" minOccurs="0" name="Value" nillable="true" type="dms:Lookup"/>
            </xsd:sequence>
          </xsd:extension>
        </xsd:complexContent>
      </xsd:complexType>
    </xsd:element>
  </xsd:schema>
  <xsd:schema xmlns:xsd="http://www.w3.org/2001/XMLSchema" xmlns:xsi="http://www.w3.org/2001/XMLSchema-instance" xmlns="http://schemas.openxmlformats.org/package/2006/metadata/core-properties" xmlns:dcterms="http://purl.org/dc/terms/" xmlns:odoc="http://schemas.microsoft.com/internal/obd" xmlns:dc="http://purl.org/dc/elements/1.1/" elementFormDefault="qualified" attributeFormDefault="unqualified" targetNamespace="http://schemas.openxmlformats.org/package/2006/metadata/core-properties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maxOccurs="1" minOccurs="0" ref="dc:creator"/>
        <xsd:element maxOccurs="1" minOccurs="0" ref="dcterms:created"/>
        <xsd:element maxOccurs="1" minOccurs="0" ref="dc:identifier"/>
        <xsd:element maxOccurs="1" minOccurs="0" name="contentType" ma:index="0" type="xsd:string" ma:displayName="Content Type"/>
        <xsd:element maxOccurs="1" minOccurs="0" ma:index="4" ref="dc:title" ma:displayName="Title"/>
        <xsd:element maxOccurs="1" minOccurs="0" ref="dc:subject"/>
        <xsd:element maxOccurs="1" minOccurs="0" ref="dc:description"/>
        <xsd:element maxOccurs="1" minOccurs="0" name="keywords" type="xsd:string"/>
        <xsd:element maxOccurs="1" minOccurs="0" ref="dc:language"/>
        <xsd:element maxOccurs="1" minOccurs="0" name="category" type="xsd:string"/>
        <xsd:element maxOccurs="1" minOccurs="0" name="version" type="xsd:string"/>
        <xsd:element maxOccurs="1" minOccurs="0" name="revision" type="xsd:string">
          <xsd:annotation>
            <xsd:documentation>
                        This value indicates the number of saves or revisions. The application is responsible for updating this value after each revision.
                    </xsd:documentation>
          </xsd:annotation>
        </xsd:element>
        <xsd:element maxOccurs="1" minOccurs="0" name="lastModifiedBy" type="xsd:string"/>
        <xsd:element maxOccurs="1" minOccurs="0" ref="dcterms:modified"/>
        <xsd:element maxOccurs="1" minOccurs="0" name="contentStatus" type="xsd:string"/>
      </xsd:all>
    </xsd:complexType>
  </xsd:schema>
  <xs:schema xmlns:xs="http://www.w3.org/2001/XMLSchema" xmlns:pc="http://schemas.microsoft.com/office/infopath/2007/PartnerControls" elementFormDefault="qualified" attributeFormDefault="unqualified" targetNamespace="http://schemas.microsoft.com/office/infopath/2007/PartnerControls">
    <xs:element name="Person">
      <xs:complexType>
        <xs:sequence>
          <xs:element minOccurs="0" ref="pc:DisplayName"/>
          <xs:element minOccurs="0" ref="pc:AccountId"/>
          <xs:element minOccurs="0" ref="pc:AccountType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maxOccurs="unbounded" minOccurs="0" ref="pc:BDCEntity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minOccurs="0" ref="pc:EntityDisplayName"/>
          <xs:element minOccurs="0" ref="pc:EntityInstanceReference"/>
          <xs:element minOccurs="0" ref="pc:EntityId1"/>
          <xs:element minOccurs="0" ref="pc:EntityId2"/>
          <xs:element minOccurs="0" ref="pc:EntityId3"/>
          <xs:element minOccurs="0" ref="pc:EntityId4"/>
          <xs:element minOccurs="0" ref="pc:EntityId5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maxOccurs="unbounded" minOccurs="0" ref="pc:TermInfo"/>
        </xs:sequence>
      </xs:complexType>
    </xs:element>
    <xs:element name="TermInfo">
      <xs:complexType>
        <xs:sequence>
          <xs:element minOccurs="0" ref="pc:TermName"/>
          <xs:element minOccurs="0" ref="pc:TermId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xsi="http://www.w3.org/2001/XMLSchema-instance" xmlns:pc="http://schemas.microsoft.com/office/infopath/2007/PartnerControls" xmlns:p="http://schemas.microsoft.com/office/2006/metadata/properties">
  <documentManagement>
    <lcf76f155ced4ddcb4097134ff3c332f xmlns="1d368349-1023-48e7-96c9-f9d028f6f0fb">
      <Terms xmlns="http://schemas.microsoft.com/office/infopath/2007/PartnerControls"/>
    </lcf76f155ced4ddcb4097134ff3c332f>
    <TaxCatchAll xmlns="32f397aa-99c0-43f4-9b94-7b5d785faf9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0A618EBA-795F-4487-B29C-4E0D2C8D67FE}">
  <ds:schemaRefs/>
</ds:datastoreItem>
</file>

<file path=customXml/itemProps2.xml><?xml version="1.0" encoding="utf-8"?>
<ds:datastoreItem xmlns:ds="http://schemas.openxmlformats.org/officeDocument/2006/customXml" ds:itemID="{6ECBB2BC-B86C-4646-888A-87EB55C19509}">
  <ds:schemaRefs/>
</ds:datastoreItem>
</file>

<file path=customXml/itemProps3.xml><?xml version="1.0" encoding="utf-8"?>
<ds:datastoreItem xmlns:ds="http://schemas.openxmlformats.org/officeDocument/2006/customXml" ds:itemID="{55700595-49AE-497B-9134-6C4B03871A7F}">
  <ds:schemaRefs/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UCL Slides templates - Simple theme</Template>
  <TotalTime>0</TotalTime>
  <Words>4053</Words>
  <Application>WPS Presentation</Application>
  <PresentationFormat>宽屏</PresentationFormat>
  <Paragraphs>193</Paragraphs>
  <Slides>11</Slides>
  <Notes>9</Notes>
  <HiddenSlides>0</HiddenSlides>
  <MMClips>1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11</vt:i4>
      </vt:variant>
    </vt:vector>
  </HeadingPairs>
  <TitlesOfParts>
    <vt:vector size="26" baseType="lpstr">
      <vt:lpstr>Arial</vt:lpstr>
      <vt:lpstr>SimSun</vt:lpstr>
      <vt:lpstr>Wingdings</vt:lpstr>
      <vt:lpstr>Aptos</vt:lpstr>
      <vt:lpstr>Helvetica Neue</vt:lpstr>
      <vt:lpstr>UCL Sans SemiBold</vt:lpstr>
      <vt:lpstr>UCL Sans</vt:lpstr>
      <vt:lpstr>UCL Sans</vt:lpstr>
      <vt:lpstr>UCL Sans SemiBold</vt:lpstr>
      <vt:lpstr>Microsoft YaHei</vt:lpstr>
      <vt:lpstr>汉仪旗黑</vt:lpstr>
      <vt:lpstr>Arial Unicode MS</vt:lpstr>
      <vt:lpstr>宋体-简</vt:lpstr>
      <vt:lpstr>UCL Slides templates - Simple theme</vt:lpstr>
      <vt:lpstr>UCL Slides templates - Complex design theme</vt:lpstr>
      <vt:lpstr>PowerPoint 演示文稿</vt:lpstr>
      <vt:lpstr>Area of Research: Autonomous Driving</vt:lpstr>
      <vt:lpstr>Problem: Crossing an Intersection</vt:lpstr>
      <vt:lpstr>Problem</vt:lpstr>
      <vt:lpstr>Significance</vt:lpstr>
      <vt:lpstr>State of the Art</vt:lpstr>
      <vt:lpstr>Hypothesis</vt:lpstr>
      <vt:lpstr>Execution plan</vt:lpstr>
      <vt:lpstr>Execution plan</vt:lpstr>
      <vt:lpstr>Risk analysis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ucypevl-test</dc:creator>
  <cp:lastModifiedBy>Jiaqi Xie</cp:lastModifiedBy>
  <cp:revision>508</cp:revision>
  <dcterms:created xsi:type="dcterms:W3CDTF">2026-06-02T16:48:41Z</dcterms:created>
  <dcterms:modified xsi:type="dcterms:W3CDTF">2026-06-02T16:48:41Z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0x010100A12A0662030DBC4F99C1FA9D93D14A4C</vt:lpwstr>
  </property>
  <property fmtid="{D5CDD505-2E9C-101B-9397-08002B2CF9AE}" pid="3" name="MediaServiceImageTags">
    <vt:lpwstr/>
  </property>
  <property fmtid="{D5CDD505-2E9C-101B-9397-08002B2CF9AE}" pid="4" name="ICV">
    <vt:lpwstr>D68932A3971E5BB62107176A6AD29C46_42</vt:lpwstr>
  </property>
  <property fmtid="{D5CDD505-2E9C-101B-9397-08002B2CF9AE}" pid="5" name="KSOProductBuildVer">
    <vt:lpwstr>1033-12.1.25897.25897</vt:lpwstr>
  </property>
</Properties>
</file>