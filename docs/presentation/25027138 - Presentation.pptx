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 id="2147483666" r:id="rId3"/>
  </p:sldMasterIdLst>
  <p:notesMasterIdLst>
    <p:notesMasterId r:id="rId5"/>
  </p:notesMasterIdLst>
  <p:handoutMasterIdLst>
    <p:handoutMasterId r:id="rId15"/>
  </p:handoutMasterIdLst>
  <p:sldIdLst>
    <p:sldId id="273" r:id="rId4"/>
    <p:sldId id="266" r:id="rId6"/>
    <p:sldId id="320" r:id="rId7"/>
    <p:sldId id="321" r:id="rId8"/>
    <p:sldId id="323" r:id="rId9"/>
    <p:sldId id="324" r:id="rId10"/>
    <p:sldId id="325" r:id="rId11"/>
    <p:sldId id="326" r:id="rId12"/>
    <p:sldId id="322" r:id="rId13"/>
    <p:sldId id="318" r:id="rId14"/>
  </p:sldIdLst>
  <p:sldSz cx="12192000" cy="6858000"/>
  <p:notesSz cx="6858000" cy="9144000"/>
  <p:embeddedFontLst>
    <p:embeddedFont>
      <p:font typeface="UCL Sans SemiBold" pitchFamily="2" charset="77"/>
      <p:regular r:id="rId19"/>
    </p:embeddedFont>
    <p:embeddedFont>
      <p:font typeface="UCL Sans" pitchFamily="2" charset="77"/>
      <p:regular r:id="rId20"/>
    </p:embeddedFont>
    <p:embeddedFont>
      <p:font typeface="UCL Sans"/>
      <p:regular r:id="rId21"/>
    </p:embeddedFont>
    <p:embeddedFont>
      <p:font typeface="UCL Sans SemiBold"/>
      <p:regular r:id="rId22"/>
    </p:embeddedFont>
  </p:embeddedFontLst>
  <p:defaultTextStyle>
    <a:defPPr>
      <a:defRPr lang="en-US"/>
    </a:defPPr>
    <a:lvl1pPr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521415D9-36F7-43E2-AB2F-B90AF26B5E84}">
      <p14:sectionLst xmlns:p14="http://schemas.microsoft.com/office/powerpoint/2010/main">
        <p14:section name="UCL Slides" id="{64BE57D8-B9E0-4D48-BBC7-659295F1B008}">
          <p14:sldIdLst>
            <p14:sldId id="273"/>
            <p14:sldId id="266"/>
            <p14:sldId id="320"/>
            <p14:sldId id="321"/>
            <p14:sldId id="323"/>
            <p14:sldId id="324"/>
            <p14:sldId id="325"/>
            <p14:sldId id="326"/>
            <p14:sldId id="322"/>
            <p14:sldId id="31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E5C"/>
    <a:srgbClr val="5487FF"/>
    <a:srgbClr val="F56300"/>
    <a:srgbClr val="00A19D"/>
    <a:srgbClr val="ED357D"/>
    <a:srgbClr val="FAFAFA"/>
    <a:srgbClr val="3A1857"/>
    <a:srgbClr val="781C1C"/>
    <a:srgbClr val="57B444"/>
    <a:srgbClr val="9E1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38"/>
    <p:restoredTop sz="86054"/>
  </p:normalViewPr>
  <p:slideViewPr>
    <p:cSldViewPr>
      <p:cViewPr varScale="1">
        <p:scale>
          <a:sx n="105" d="100"/>
          <a:sy n="105" d="100"/>
        </p:scale>
        <p:origin x="896" y="184"/>
      </p:cViewPr>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46" d="100"/>
          <a:sy n="146" d="100"/>
        </p:scale>
        <p:origin x="4144"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customXml" Target="../customXml/item3.xml"/><Relationship Id="rId24" Type="http://schemas.openxmlformats.org/officeDocument/2006/relationships/customXml" Target="../customXml/item2.xml"/><Relationship Id="rId23" Type="http://schemas.openxmlformats.org/officeDocument/2006/relationships/customXml" Target="../customXml/item1.xml"/><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1D93C3-F286-9C4B-98EC-FBB7F0C69BB5}"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A0B70-CCF2-4444-BE01-B320D9CE5A46}"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8A70A-88C5-8F48-B495-07492CFAC4E8}"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BC158-BB56-D04E-8DE4-3CEB786515BF}"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Cover title slide layout features a full background image with a main heading positioned in the top left corner on a dark purple panel. The presenters’ names and the date sit beneath the title. The UCL logo is placed in the bottom right corner of the slide.</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Content slide with a headline at the top left, followed by text box beneath it. </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i="0" u="none" strike="noStrike" kern="1200" dirty="0">
                <a:solidFill>
                  <a:schemeClr val="tx1"/>
                </a:solidFill>
                <a:effectLst/>
                <a:latin typeface="+mn-lt"/>
                <a:ea typeface="+mn-ea"/>
                <a:cs typeface="+mn-cs"/>
              </a:rPr>
              <a:t>Content slide full image with full colour logo</a:t>
            </a:r>
            <a:endParaRPr lang="en-GB" dirty="0"/>
          </a:p>
          <a:p>
            <a:endParaRPr lang="en-GB" dirty="0"/>
          </a:p>
        </p:txBody>
      </p:sp>
      <p:sp>
        <p:nvSpPr>
          <p:cNvPr id="4" name="Slide Number Placeholder 3"/>
          <p:cNvSpPr>
            <a:spLocks noGrp="1"/>
          </p:cNvSpPr>
          <p:nvPr>
            <p:ph type="sldNum" sz="quarter" idx="5"/>
          </p:nvPr>
        </p:nvSpPr>
        <p:spPr/>
        <p:txBody>
          <a:bodyPr/>
          <a:lstStyle/>
          <a:p>
            <a:fld id="{E28BC158-BB56-D04E-8DE4-3CEB786515BF}"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mple_Title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endParaRPr lang="en-GB" dirty="0"/>
          </a:p>
        </p:txBody>
      </p:sp>
      <p:sp>
        <p:nvSpPr>
          <p:cNvPr id="4" name="Rectangle 3"/>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 </a:t>
            </a:r>
            <a:endParaRPr lang="en-GB" dirty="0"/>
          </a:p>
        </p:txBody>
      </p:sp>
      <p:pic>
        <p:nvPicPr>
          <p:cNvPr id="9" name="Picture 8" descr="UCL logo, University College London"/>
          <p:cNvPicPr>
            <a:picLocks noGrp="1" noRot="1" noMove="1" noResize="1" noEditPoints="1" noAdjustHandles="1" noChangeArrowheads="1" noChangeShapeType="1" noCrop="1"/>
          </p:cNvPicPr>
          <p:nvPr userDrawn="1"/>
        </p:nvPicPr>
        <p:blipFill>
          <a:blip r:embed="rId2"/>
          <a:stretch>
            <a:fillRect/>
          </a:stretch>
        </p:blipFill>
        <p:spPr>
          <a:xfrm>
            <a:off x="8941455" y="5661248"/>
            <a:ext cx="2844805" cy="79850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mple_Title full name logo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5" name="Text Placeholder 2"/>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endParaRPr lang="en-GB" dirty="0"/>
          </a:p>
        </p:txBody>
      </p:sp>
      <p:sp>
        <p:nvSpPr>
          <p:cNvPr id="4" name="Rectangle 3"/>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endParaRPr lang="en-GB" dirty="0"/>
          </a:p>
        </p:txBody>
      </p:sp>
      <p:pic>
        <p:nvPicPr>
          <p:cNvPr id="9" name="Picture 8" descr="UCL logo, University College London"/>
          <p:cNvPicPr>
            <a:picLocks noGrp="1" noRot="1" noMove="1" noResize="1" noEditPoints="1" noAdjustHandles="1" noChangeArrowheads="1" noChangeShapeType="1" noCrop="1"/>
          </p:cNvPicPr>
          <p:nvPr userDrawn="1"/>
        </p:nvPicPr>
        <p:blipFill>
          <a:blip r:embed="rId2"/>
          <a:stretch>
            <a:fillRect/>
          </a:stretch>
        </p:blipFill>
        <p:spPr>
          <a:xfrm>
            <a:off x="8941455" y="5661248"/>
            <a:ext cx="2844805" cy="79850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mple_Title  - Faculty, School Department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p:cNvSpPr>
            <a:spLocks noGrp="1"/>
          </p:cNvSpPr>
          <p:nvPr>
            <p:ph type="body" idx="1" hasCustomPrompt="1"/>
          </p:nvPr>
        </p:nvSpPr>
        <p:spPr>
          <a:xfrm>
            <a:off x="2303463" y="3627624"/>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endParaRPr lang="en-GB" dirty="0"/>
          </a:p>
        </p:txBody>
      </p:sp>
      <p:sp>
        <p:nvSpPr>
          <p:cNvPr id="5" name="Text Placeholder 2"/>
          <p:cNvSpPr>
            <a:spLocks noGrp="1"/>
          </p:cNvSpPr>
          <p:nvPr>
            <p:ph type="body" idx="10" hasCustomPrompt="1"/>
          </p:nvPr>
        </p:nvSpPr>
        <p:spPr>
          <a:xfrm>
            <a:off x="2303463" y="4135648"/>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endParaRPr lang="en-GB" dirty="0"/>
          </a:p>
        </p:txBody>
      </p:sp>
      <p:sp>
        <p:nvSpPr>
          <p:cNvPr id="6" name="Text Placeholder 2"/>
          <p:cNvSpPr>
            <a:spLocks noGrp="1"/>
          </p:cNvSpPr>
          <p:nvPr>
            <p:ph type="body" idx="11" hasCustomPrompt="1"/>
          </p:nvPr>
        </p:nvSpPr>
        <p:spPr>
          <a:xfrm>
            <a:off x="2273719" y="5854933"/>
            <a:ext cx="6240809" cy="582780"/>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Type in your faculty/department/unit name here </a:t>
            </a:r>
            <a:endParaRPr lang="en-GB" dirty="0"/>
          </a:p>
          <a:p>
            <a:pPr lvl="0"/>
            <a:r>
              <a:rPr lang="en-GB" dirty="0"/>
              <a:t>UCL Sans Regular 18pt</a:t>
            </a:r>
            <a:endParaRPr lang="en-GB" dirty="0"/>
          </a:p>
        </p:txBody>
      </p:sp>
      <p:sp>
        <p:nvSpPr>
          <p:cNvPr id="4" name="Rectangle 3"/>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CL logo, University College London"/>
          <p:cNvPicPr>
            <a:picLocks noGrp="1" noRot="1" noMove="1" noResize="1" noEditPoints="1" noAdjustHandles="1" noChangeArrowheads="1" noChangeShapeType="1" noCrop="1"/>
          </p:cNvPicPr>
          <p:nvPr userDrawn="1"/>
        </p:nvPicPr>
        <p:blipFill>
          <a:blip r:embed="rId2"/>
          <a:stretch>
            <a:fillRect/>
          </a:stretch>
        </p:blipFill>
        <p:spPr>
          <a:xfrm>
            <a:off x="8941455" y="5661248"/>
            <a:ext cx="2844805" cy="79850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imple_Title -2-3 line heading and image">
    <p:bg>
      <p:bgPr>
        <a:solidFill>
          <a:schemeClr val="accent1"/>
        </a:solidFill>
        <a:effectLst/>
      </p:bgPr>
    </p:bg>
    <p:spTree>
      <p:nvGrpSpPr>
        <p:cNvPr id="1" name=""/>
        <p:cNvGrpSpPr/>
        <p:nvPr/>
      </p:nvGrpSpPr>
      <p:grpSpPr>
        <a:xfrm>
          <a:off x="0" y="0"/>
          <a:ext cx="0" cy="0"/>
          <a:chOff x="0" y="0"/>
          <a:chExt cx="0" cy="0"/>
        </a:xfrm>
      </p:grpSpPr>
      <p:sp>
        <p:nvSpPr>
          <p:cNvPr id="8" name="Picture Placeholder"/>
          <p:cNvSpPr>
            <a:spLocks noGrp="1"/>
          </p:cNvSpPr>
          <p:nvPr>
            <p:ph type="pic" idx="13"/>
          </p:nvPr>
        </p:nvSpPr>
        <p:spPr>
          <a:xfrm>
            <a:off x="1354138" y="2852936"/>
            <a:ext cx="10837862" cy="400506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2" name="Title 1"/>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4" name="Rectangle 3"/>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CL logo, University College London"/>
          <p:cNvPicPr>
            <a:picLocks noGrp="1" noRot="1" noMove="1" noResize="1" noEditPoints="1" noAdjustHandles="1" noChangeArrowheads="1" noChangeShapeType="1" noCrop="1"/>
          </p:cNvPicPr>
          <p:nvPr userDrawn="1"/>
        </p:nvPicPr>
        <p:blipFill>
          <a:blip r:embed="rId2"/>
          <a:stretch>
            <a:fillRect/>
          </a:stretch>
        </p:blipFill>
        <p:spPr>
          <a:xfrm>
            <a:off x="8937625" y="5653541"/>
            <a:ext cx="2843213" cy="79805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mple_Divider1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9575"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p:cNvSpPr>
            <a:spLocks noGrp="1"/>
          </p:cNvSpPr>
          <p:nvPr>
            <p:ph type="body" idx="1" hasCustomPrompt="1"/>
          </p:nvPr>
        </p:nvSpPr>
        <p:spPr>
          <a:xfrm>
            <a:off x="409575"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endParaRPr lang="en-GB" dirty="0"/>
          </a:p>
        </p:txBody>
      </p:sp>
      <p:sp>
        <p:nvSpPr>
          <p:cNvPr id="8" name="Text Placeholder 2"/>
          <p:cNvSpPr>
            <a:spLocks noGrp="1"/>
          </p:cNvSpPr>
          <p:nvPr>
            <p:ph type="body" idx="11" hasCustomPrompt="1"/>
          </p:nvPr>
        </p:nvSpPr>
        <p:spPr>
          <a:xfrm>
            <a:off x="409575"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endParaRPr lang="en-GB" dirty="0"/>
          </a:p>
        </p:txBody>
      </p:sp>
      <p:sp>
        <p:nvSpPr>
          <p:cNvPr id="6" name="Picture Placeholder 2" descr="Add a clear, concise statement describing the main purpose of the image"/>
          <p:cNvSpPr>
            <a:spLocks noGrp="1" noRot="1" noMove="1" noResize="1" noEditPoints="1" noAdjustHandles="1" noChangeArrowheads="1" noChangeShapeType="1"/>
          </p:cNvSpPr>
          <p:nvPr>
            <p:ph type="pic" idx="10"/>
          </p:nvPr>
        </p:nvSpPr>
        <p:spPr>
          <a:xfrm>
            <a:off x="5145088"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pic>
        <p:nvPicPr>
          <p:cNvPr id="3" name="Picture 2"/>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imple_Divider2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735960"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p:cNvSpPr>
            <a:spLocks noGrp="1"/>
          </p:cNvSpPr>
          <p:nvPr>
            <p:ph type="body" idx="1" hasCustomPrompt="1"/>
          </p:nvPr>
        </p:nvSpPr>
        <p:spPr>
          <a:xfrm>
            <a:off x="5735960"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endParaRPr lang="en-GB" dirty="0"/>
          </a:p>
        </p:txBody>
      </p:sp>
      <p:sp>
        <p:nvSpPr>
          <p:cNvPr id="8" name="Text Placeholder 2"/>
          <p:cNvSpPr>
            <a:spLocks noGrp="1"/>
          </p:cNvSpPr>
          <p:nvPr>
            <p:ph type="body" idx="11" hasCustomPrompt="1"/>
          </p:nvPr>
        </p:nvSpPr>
        <p:spPr>
          <a:xfrm>
            <a:off x="5735960"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endParaRPr lang="en-GB" dirty="0"/>
          </a:p>
        </p:txBody>
      </p:sp>
      <p:sp>
        <p:nvSpPr>
          <p:cNvPr id="6" name="Picture Placeholder 2" descr="Add a clear, concise statement describing the main purpose of the image"/>
          <p:cNvSpPr>
            <a:spLocks noGrp="1" noRot="1" noMove="1" noResize="1" noEditPoints="1" noAdjustHandles="1" noChangeArrowheads="1" noChangeShapeType="1"/>
          </p:cNvSpPr>
          <p:nvPr>
            <p:ph type="pic" idx="10"/>
          </p:nvPr>
        </p:nvSpPr>
        <p:spPr>
          <a:xfrm>
            <a:off x="0"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pic>
        <p:nvPicPr>
          <p:cNvPr id="3" name="Picture 2"/>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_Content – 1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9576" y="409575"/>
            <a:ext cx="7583834"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9" name="Content Placeholder"/>
          <p:cNvSpPr>
            <a:spLocks noGrp="1"/>
          </p:cNvSpPr>
          <p:nvPr>
            <p:ph idx="1" hasCustomPrompt="1"/>
          </p:nvPr>
        </p:nvSpPr>
        <p:spPr>
          <a:xfrm>
            <a:off x="418539" y="1916826"/>
            <a:ext cx="7572936" cy="3758834"/>
          </a:xfrm>
          <a:prstGeom prst="rect">
            <a:avLst/>
          </a:prstGeom>
        </p:spPr>
        <p:txBody>
          <a:bodyPr/>
          <a:lstStyle>
            <a:lvl1pPr>
              <a:buNone/>
              <a:defRPr sz="1800"/>
            </a:lvl1pPr>
          </a:lstStyle>
          <a:p>
            <a:pPr lvl="0"/>
            <a:r>
              <a:rPr lang="en-GB" dirty="0"/>
              <a:t>Space for graphs, images, charts, videos</a:t>
            </a:r>
            <a:endParaRPr lang="en-GB" dirty="0"/>
          </a:p>
        </p:txBody>
      </p:sp>
      <p:pic>
        <p:nvPicPr>
          <p:cNvPr id="7" name="Picture 6"/>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mple_Content – 2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15" name="Text Placeholder 3"/>
          <p:cNvSpPr>
            <a:spLocks noGrp="1"/>
          </p:cNvSpPr>
          <p:nvPr>
            <p:ph type="body" sz="half" idx="2" hasCustomPrompt="1"/>
          </p:nvPr>
        </p:nvSpPr>
        <p:spPr>
          <a:xfrm>
            <a:off x="409575" y="421180"/>
            <a:ext cx="4735513"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endParaRPr lang="en-GB" dirty="0"/>
          </a:p>
          <a:p>
            <a:pPr lvl="0"/>
            <a:r>
              <a:rPr lang="en-GB" dirty="0"/>
              <a:t>UCL Sans </a:t>
            </a:r>
            <a:endParaRPr lang="en-GB" dirty="0"/>
          </a:p>
          <a:p>
            <a:pPr lvl="0"/>
            <a:r>
              <a:rPr lang="en-GB" dirty="0" err="1"/>
              <a:t>SemiBold</a:t>
            </a:r>
            <a:r>
              <a:rPr lang="en-GB" dirty="0"/>
              <a:t> 36pt</a:t>
            </a:r>
            <a:endParaRPr lang="en-GB" dirty="0"/>
          </a:p>
        </p:txBody>
      </p:sp>
      <p:sp>
        <p:nvSpPr>
          <p:cNvPr id="16" name="Text Placeholder 3"/>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tx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endParaRPr lang="en-GB" dirty="0"/>
          </a:p>
          <a:p>
            <a:pPr lvl="0"/>
            <a:r>
              <a:rPr lang="en-GB" dirty="0"/>
              <a:t>UCL Sans regular 24pt</a:t>
            </a:r>
            <a:endParaRPr lang="en-GB" dirty="0"/>
          </a:p>
        </p:txBody>
      </p:sp>
      <p:sp>
        <p:nvSpPr>
          <p:cNvPr id="12" name="Content Placeholder 3"/>
          <p:cNvSpPr>
            <a:spLocks noGrp="1"/>
          </p:cNvSpPr>
          <p:nvPr>
            <p:ph sz="half" idx="1" hasCustomPrompt="1"/>
          </p:nvPr>
        </p:nvSpPr>
        <p:spPr>
          <a:xfrm>
            <a:off x="446080" y="2422525"/>
            <a:ext cx="4686360"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GB" dirty="0"/>
              <a:t>Space for graphs, images, charts</a:t>
            </a:r>
            <a:endParaRPr lang="en-US" dirty="0"/>
          </a:p>
        </p:txBody>
      </p:sp>
      <p:sp>
        <p:nvSpPr>
          <p:cNvPr id="13" name="Content Placeholder 5"/>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90204" pitchFamily="34" charset="0"/>
              <a:buNone/>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GB" dirty="0"/>
              <a:t>Space for graphs, images, charts</a:t>
            </a:r>
            <a:endParaRPr lang="en-US" dirty="0"/>
          </a:p>
          <a:p>
            <a:endParaRPr lang="en-US" dirty="0"/>
          </a:p>
        </p:txBody>
      </p:sp>
      <p:pic>
        <p:nvPicPr>
          <p:cNvPr id="4" name="Picture 3"/>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_Content – 1 column 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1819" y="409575"/>
            <a:ext cx="7550693"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4" name="Text Placeholder 7"/>
          <p:cNvSpPr>
            <a:spLocks noGrp="1"/>
          </p:cNvSpPr>
          <p:nvPr>
            <p:ph type="body" sz="quarter" idx="11" hasCustomPrompt="1"/>
          </p:nvPr>
        </p:nvSpPr>
        <p:spPr>
          <a:xfrm>
            <a:off x="440783" y="1916825"/>
            <a:ext cx="7550692" cy="3528300"/>
          </a:xfrm>
          <a:prstGeom prst="rect">
            <a:avLst/>
          </a:prstGeom>
        </p:spPr>
        <p:txBody>
          <a:bodyPr/>
          <a:lstStyle>
            <a:lvl1pPr marL="0">
              <a:lnSpc>
                <a:spcPct val="100000"/>
              </a:lnSpc>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UCL Sans Regular 18pt</a:t>
            </a:r>
            <a:endParaRPr lang="en-US" dirty="0"/>
          </a:p>
        </p:txBody>
      </p:sp>
      <p:pic>
        <p:nvPicPr>
          <p:cNvPr id="7" name="Picture 6"/>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mple_Content – 2 column title and subheading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8745" y="409575"/>
            <a:ext cx="7572730" cy="1009650"/>
          </a:xfrm>
          <a:prstGeom prst="rect">
            <a:avLst/>
          </a:prstGeom>
        </p:spPr>
        <p:txBody>
          <a:bodyPr anchor="t"/>
          <a:lstStyle>
            <a:lvl1pPr algn="l">
              <a:lnSpc>
                <a:spcPct val="100000"/>
              </a:lnSpc>
              <a:defRPr sz="3600">
                <a:solidFill>
                  <a:schemeClr val="accent1"/>
                </a:solidFill>
              </a:defRPr>
            </a:lvl1pPr>
          </a:lstStyle>
          <a:p>
            <a:pPr lvl="0"/>
            <a:r>
              <a:rPr lang="en-GB" dirty="0"/>
              <a:t>Headline UCL Sans </a:t>
            </a:r>
            <a:r>
              <a:rPr lang="en-GB" dirty="0" err="1"/>
              <a:t>SemiBold</a:t>
            </a:r>
            <a:r>
              <a:rPr lang="en-GB" dirty="0"/>
              <a:t> 36pt</a:t>
            </a:r>
            <a:endParaRPr lang="en-GB" dirty="0"/>
          </a:p>
        </p:txBody>
      </p:sp>
      <p:sp>
        <p:nvSpPr>
          <p:cNvPr id="4" name="Text Placeholder 7"/>
          <p:cNvSpPr>
            <a:spLocks noGrp="1"/>
          </p:cNvSpPr>
          <p:nvPr>
            <p:ph type="body" sz="quarter" idx="11" hasCustomPrompt="1"/>
          </p:nvPr>
        </p:nvSpPr>
        <p:spPr>
          <a:xfrm>
            <a:off x="427709" y="1916825"/>
            <a:ext cx="3321240" cy="3528300"/>
          </a:xfrm>
          <a:prstGeom prst="rect">
            <a:avLst/>
          </a:prstGeom>
        </p:spPr>
        <p:txBody>
          <a:bodyPr/>
          <a:lstStyle>
            <a:lvl1pPr marL="0" indent="0">
              <a:lnSpc>
                <a:spcPct val="100000"/>
              </a:lnSpc>
              <a:spcBef>
                <a:spcPts val="0"/>
              </a:spcBef>
              <a:buFont typeface="Wingdings" panose="05000000000000000000" pitchFamily="2" charset="2"/>
              <a:buNone/>
              <a:defRPr sz="2400">
                <a:solidFill>
                  <a:schemeClr val="accent1"/>
                </a:solidFill>
              </a:defRPr>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Subheading text style, UCL Sans regular 24pt</a:t>
            </a:r>
            <a:endParaRPr lang="en-GB" dirty="0"/>
          </a:p>
        </p:txBody>
      </p:sp>
      <p:sp>
        <p:nvSpPr>
          <p:cNvPr id="7" name="Text Placeholder 7"/>
          <p:cNvSpPr>
            <a:spLocks noGrp="1"/>
          </p:cNvSpPr>
          <p:nvPr>
            <p:ph type="body" sz="quarter" idx="12" hasCustomPrompt="1"/>
          </p:nvPr>
        </p:nvSpPr>
        <p:spPr>
          <a:xfrm>
            <a:off x="4670235" y="1916825"/>
            <a:ext cx="3321240" cy="3528300"/>
          </a:xfrm>
          <a:prstGeom prst="rect">
            <a:avLst/>
          </a:prstGeom>
        </p:spPr>
        <p:txBody>
          <a:bodyPr/>
          <a:lstStyle>
            <a:lvl1pPr marL="0" indent="0">
              <a:lnSpc>
                <a:spcPct val="100000"/>
              </a:lnSpc>
              <a:spcBef>
                <a:spcPts val="0"/>
              </a:spcBef>
              <a:buFont typeface="Wingdings" panose="05000000000000000000" pitchFamily="2" charset="2"/>
              <a:buNone/>
              <a:defRPr sz="1800">
                <a:solidFill>
                  <a:schemeClr val="tx1"/>
                </a:solidFill>
              </a:defRPr>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a:t>
            </a:r>
            <a:endParaRPr lang="en-GB" dirty="0"/>
          </a:p>
          <a:p>
            <a:pPr lvl="0"/>
            <a:r>
              <a:rPr lang="en-GB" dirty="0"/>
              <a:t>UCL Sans Regular 18pt</a:t>
            </a:r>
            <a:endParaRPr lang="en-US" dirty="0"/>
          </a:p>
        </p:txBody>
      </p:sp>
      <p:pic>
        <p:nvPicPr>
          <p:cNvPr id="8" name="Picture 7"/>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mple_Content – 2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9576" y="409575"/>
            <a:ext cx="3786188"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br>
              <a:rPr lang="en-GB" dirty="0"/>
            </a:br>
            <a:r>
              <a:rPr lang="en-GB" dirty="0" err="1"/>
              <a:t>SemiBold</a:t>
            </a:r>
            <a:r>
              <a:rPr lang="en-GB" dirty="0"/>
              <a:t> 36pt</a:t>
            </a:r>
            <a:endParaRPr lang="en-GB" dirty="0"/>
          </a:p>
        </p:txBody>
      </p:sp>
      <p:sp>
        <p:nvSpPr>
          <p:cNvPr id="4" name="Text Placeholder 7"/>
          <p:cNvSpPr>
            <a:spLocks noGrp="1"/>
          </p:cNvSpPr>
          <p:nvPr>
            <p:ph type="body" sz="quarter" idx="11" hasCustomPrompt="1"/>
          </p:nvPr>
        </p:nvSpPr>
        <p:spPr>
          <a:xfrm>
            <a:off x="5153818" y="409575"/>
            <a:ext cx="6627019" cy="1006475"/>
          </a:xfrm>
          <a:prstGeom prst="rect">
            <a:avLst/>
          </a:prstGeom>
        </p:spPr>
        <p:txBody>
          <a:bodyPr/>
          <a:lstStyle>
            <a:lvl1pPr>
              <a:buFont typeface="Wingdings" panose="05000000000000000000" pitchFamily="2" charset="2"/>
              <a:buChar char="§"/>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Bullet text, UCL Sans Regular 18pt</a:t>
            </a:r>
            <a:endParaRPr lang="en-US" dirty="0"/>
          </a:p>
        </p:txBody>
      </p:sp>
      <p:pic>
        <p:nvPicPr>
          <p:cNvPr id="7" name="Picture 6"/>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_Content – 3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98531" y="409575"/>
            <a:ext cx="3797231"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8" name="Text Placeholder 7"/>
          <p:cNvSpPr>
            <a:spLocks noGrp="1"/>
          </p:cNvSpPr>
          <p:nvPr>
            <p:ph type="body" sz="quarter" idx="11" hasCustomPrompt="1"/>
          </p:nvPr>
        </p:nvSpPr>
        <p:spPr>
          <a:xfrm>
            <a:off x="5156981" y="409575"/>
            <a:ext cx="2840039" cy="1291233"/>
          </a:xfrm>
          <a:prstGeom prst="rect">
            <a:avLst/>
          </a:prstGeom>
        </p:spPr>
        <p:txBody>
          <a:bodyPr/>
          <a:lstStyle>
            <a:lvl1pPr>
              <a:buFont typeface="Wingdings" panose="05000000000000000000" pitchFamily="2" charset="2"/>
              <a:buChar char="§"/>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Bullet text, </a:t>
            </a:r>
            <a:endParaRPr lang="en-GB" dirty="0"/>
          </a:p>
          <a:p>
            <a:pPr lvl="0"/>
            <a:r>
              <a:rPr lang="en-GB" dirty="0"/>
              <a:t>UCL Sans Regular 18pt</a:t>
            </a:r>
            <a:endParaRPr lang="en-US" dirty="0"/>
          </a:p>
        </p:txBody>
      </p:sp>
      <p:sp>
        <p:nvSpPr>
          <p:cNvPr id="9" name="Text Placeholder 7"/>
          <p:cNvSpPr>
            <a:spLocks noGrp="1"/>
          </p:cNvSpPr>
          <p:nvPr>
            <p:ph type="body" sz="quarter" idx="12" hasCustomPrompt="1"/>
          </p:nvPr>
        </p:nvSpPr>
        <p:spPr>
          <a:xfrm>
            <a:off x="8937625" y="409575"/>
            <a:ext cx="2840039" cy="1291233"/>
          </a:xfrm>
          <a:prstGeom prst="rect">
            <a:avLst/>
          </a:prstGeom>
        </p:spPr>
        <p:txBody>
          <a:bodyPr/>
          <a:lstStyle>
            <a:lvl1pPr>
              <a:buFont typeface="Wingdings" panose="05000000000000000000" pitchFamily="2" charset="2"/>
              <a:buChar char="§"/>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Bullet text, </a:t>
            </a:r>
            <a:endParaRPr lang="en-GB" dirty="0"/>
          </a:p>
          <a:p>
            <a:pPr lvl="0"/>
            <a:r>
              <a:rPr lang="en-GB" dirty="0"/>
              <a:t>UCL Sans Regular 18pt</a:t>
            </a:r>
            <a:endParaRPr lang="en-US" dirty="0"/>
          </a:p>
        </p:txBody>
      </p:sp>
      <p:pic>
        <p:nvPicPr>
          <p:cNvPr id="6" name="Picture 5"/>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_Divider – 2 column title, subheading, text, table, pictur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92940"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UCL Sans </a:t>
            </a:r>
            <a:r>
              <a:rPr lang="en-GB" dirty="0" err="1"/>
              <a:t>SemiBold</a:t>
            </a:r>
            <a:r>
              <a:rPr lang="en-GB" dirty="0"/>
              <a:t> 36pt</a:t>
            </a:r>
            <a:endParaRPr lang="en-US" dirty="0"/>
          </a:p>
        </p:txBody>
      </p:sp>
      <p:sp>
        <p:nvSpPr>
          <p:cNvPr id="7" name="Text Placeholder 2"/>
          <p:cNvSpPr>
            <a:spLocks noGrp="1"/>
          </p:cNvSpPr>
          <p:nvPr>
            <p:ph type="body" idx="1" hasCustomPrompt="1"/>
          </p:nvPr>
        </p:nvSpPr>
        <p:spPr>
          <a:xfrm>
            <a:off x="392940"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endParaRPr lang="en-GB" dirty="0"/>
          </a:p>
        </p:txBody>
      </p:sp>
      <p:sp>
        <p:nvSpPr>
          <p:cNvPr id="4" name="Table Placeholder 3" descr="Add a clear, concise statement describing the figures presented in the table"/>
          <p:cNvSpPr>
            <a:spLocks noGrp="1" noRot="1" noMove="1" noResize="1" noEditPoints="1" noAdjustHandles="1" noChangeArrowheads="1" noChangeShapeType="1"/>
          </p:cNvSpPr>
          <p:nvPr>
            <p:ph type="tbl" sz="quarter" idx="12" hasCustomPrompt="1"/>
          </p:nvPr>
        </p:nvSpPr>
        <p:spPr>
          <a:xfrm>
            <a:off x="392940" y="3619500"/>
            <a:ext cx="2841625" cy="2828925"/>
          </a:xfrm>
          <a:prstGeom prst="rect">
            <a:avLst/>
          </a:prstGeom>
        </p:spPr>
        <p:txBody>
          <a:bodyPr/>
          <a:lstStyle>
            <a:lvl1pPr>
              <a:defRPr>
                <a:solidFill>
                  <a:schemeClr val="bg1"/>
                </a:solidFill>
              </a:defRPr>
            </a:lvl1pPr>
          </a:lstStyle>
          <a:p>
            <a:r>
              <a:rPr lang="en-GB"/>
              <a:t>Click icon to add table</a:t>
            </a:r>
            <a:endParaRPr lang="en-US" dirty="0"/>
          </a:p>
        </p:txBody>
      </p:sp>
      <p:sp>
        <p:nvSpPr>
          <p:cNvPr id="11" name="Text Placeholder 2"/>
          <p:cNvSpPr>
            <a:spLocks noGrp="1"/>
          </p:cNvSpPr>
          <p:nvPr>
            <p:ph type="body" idx="15" hasCustomPrompt="1"/>
          </p:nvPr>
        </p:nvSpPr>
        <p:spPr>
          <a:xfrm>
            <a:off x="4411004" y="826261"/>
            <a:ext cx="7369833"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endParaRPr lang="en-GB" dirty="0"/>
          </a:p>
        </p:txBody>
      </p:sp>
      <p:sp>
        <p:nvSpPr>
          <p:cNvPr id="6" name="Picture Placeholder 2" descr="Add a clear, concise statement describing the main purpose of the image"/>
          <p:cNvSpPr>
            <a:spLocks noGrp="1"/>
          </p:cNvSpPr>
          <p:nvPr>
            <p:ph type="pic" idx="10"/>
          </p:nvPr>
        </p:nvSpPr>
        <p:spPr>
          <a:xfrm>
            <a:off x="4411005" y="1419226"/>
            <a:ext cx="7371420" cy="4406388"/>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pic>
        <p:nvPicPr>
          <p:cNvPr id="3" name="Picture 2"/>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mple_Content – 2 column title, image,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7" name="Picture Placeholder 6" descr="Add a clear, concise statement describing the main purpose of the image"/>
          <p:cNvSpPr>
            <a:spLocks noGrp="1"/>
          </p:cNvSpPr>
          <p:nvPr>
            <p:ph type="pic" sz="quarter" idx="13"/>
          </p:nvPr>
        </p:nvSpPr>
        <p:spPr>
          <a:xfrm>
            <a:off x="456564" y="2046440"/>
            <a:ext cx="5516672" cy="2160435"/>
          </a:xfrm>
          <a:prstGeom prst="rect">
            <a:avLst/>
          </a:prstGeom>
        </p:spPr>
        <p:txBody>
          <a:bodyPr/>
          <a:lstStyle/>
          <a:p>
            <a:endParaRPr lang="en-US"/>
          </a:p>
        </p:txBody>
      </p:sp>
      <p:sp>
        <p:nvSpPr>
          <p:cNvPr id="4" name="Text Placeholder 7"/>
          <p:cNvSpPr>
            <a:spLocks noGrp="1"/>
          </p:cNvSpPr>
          <p:nvPr>
            <p:ph type="body" sz="quarter" idx="11" hasCustomPrompt="1"/>
          </p:nvPr>
        </p:nvSpPr>
        <p:spPr>
          <a:xfrm>
            <a:off x="456600" y="4438650"/>
            <a:ext cx="5516637" cy="1006475"/>
          </a:xfrm>
          <a:prstGeom prst="rect">
            <a:avLst/>
          </a:prstGeom>
        </p:spPr>
        <p:txBody>
          <a:bodyPr/>
          <a:lstStyle>
            <a:lvl1pPr marL="0" indent="0">
              <a:lnSpc>
                <a:spcPct val="100000"/>
              </a:lnSpc>
              <a:spcBef>
                <a:spcPts val="0"/>
              </a:spcBef>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a:t>
            </a:r>
            <a:endParaRPr lang="en-GB" dirty="0"/>
          </a:p>
          <a:p>
            <a:pPr lvl="0"/>
            <a:r>
              <a:rPr lang="en-GB" dirty="0"/>
              <a:t>UCL Sans Regular 18pt</a:t>
            </a:r>
            <a:endParaRPr lang="en-US" dirty="0"/>
          </a:p>
        </p:txBody>
      </p:sp>
      <p:sp>
        <p:nvSpPr>
          <p:cNvPr id="8" name="Picture Placeholder 6" descr="Add a clear, concise statement describing the main purpose of the image"/>
          <p:cNvSpPr>
            <a:spLocks noGrp="1"/>
          </p:cNvSpPr>
          <p:nvPr>
            <p:ph type="pic" sz="quarter" idx="14"/>
          </p:nvPr>
        </p:nvSpPr>
        <p:spPr>
          <a:xfrm>
            <a:off x="6282387" y="2046440"/>
            <a:ext cx="5516673" cy="2160435"/>
          </a:xfrm>
          <a:prstGeom prst="rect">
            <a:avLst/>
          </a:prstGeom>
        </p:spPr>
        <p:txBody>
          <a:bodyPr/>
          <a:lstStyle/>
          <a:p>
            <a:endParaRPr lang="en-US"/>
          </a:p>
        </p:txBody>
      </p:sp>
      <p:sp>
        <p:nvSpPr>
          <p:cNvPr id="5" name="Text Placeholder 7"/>
          <p:cNvSpPr>
            <a:spLocks noGrp="1"/>
          </p:cNvSpPr>
          <p:nvPr>
            <p:ph type="body" sz="quarter" idx="12" hasCustomPrompt="1"/>
          </p:nvPr>
        </p:nvSpPr>
        <p:spPr>
          <a:xfrm>
            <a:off x="6282388" y="4438650"/>
            <a:ext cx="5494895" cy="1006475"/>
          </a:xfrm>
          <a:prstGeom prst="rect">
            <a:avLst/>
          </a:prstGeom>
        </p:spPr>
        <p:txBody>
          <a:bodyPr/>
          <a:lstStyle>
            <a:lvl1pPr marL="0" indent="0">
              <a:lnSpc>
                <a:spcPct val="100000"/>
              </a:lnSpc>
              <a:spcBef>
                <a:spcPts val="0"/>
              </a:spcBef>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a:t>
            </a:r>
            <a:endParaRPr lang="en-GB" dirty="0"/>
          </a:p>
          <a:p>
            <a:pPr lvl="0"/>
            <a:r>
              <a:rPr lang="en-GB" dirty="0"/>
              <a:t>UCL Sans Regular 18pt</a:t>
            </a:r>
            <a:endParaRPr lang="en-US" dirty="0"/>
          </a:p>
        </p:txBody>
      </p:sp>
      <p:pic>
        <p:nvPicPr>
          <p:cNvPr id="6" name="Picture 5"/>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imple_Content – Title - 2 column 1 image 1 text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7" name="Picture Placeholder 6" descr="Add a clear, concise statement describing the main purpose of the image"/>
          <p:cNvSpPr>
            <a:spLocks noGrp="1"/>
          </p:cNvSpPr>
          <p:nvPr>
            <p:ph type="pic" sz="quarter" idx="13"/>
          </p:nvPr>
        </p:nvSpPr>
        <p:spPr>
          <a:xfrm>
            <a:off x="456564" y="2046440"/>
            <a:ext cx="4429696" cy="3398685"/>
          </a:xfrm>
          <a:prstGeom prst="rect">
            <a:avLst/>
          </a:prstGeom>
        </p:spPr>
        <p:txBody>
          <a:bodyPr/>
          <a:lstStyle/>
          <a:p>
            <a:r>
              <a:rPr lang="en-GB"/>
              <a:t>Click icon to add picture</a:t>
            </a:r>
            <a:endParaRPr lang="en-US"/>
          </a:p>
        </p:txBody>
      </p:sp>
      <p:sp>
        <p:nvSpPr>
          <p:cNvPr id="4" name="Text Placeholder 7"/>
          <p:cNvSpPr>
            <a:spLocks noGrp="1"/>
          </p:cNvSpPr>
          <p:nvPr>
            <p:ph type="body" sz="quarter" idx="11" hasCustomPrompt="1"/>
          </p:nvPr>
        </p:nvSpPr>
        <p:spPr>
          <a:xfrm>
            <a:off x="5153818" y="2046440"/>
            <a:ext cx="6627019" cy="3398685"/>
          </a:xfrm>
          <a:prstGeom prst="rect">
            <a:avLst/>
          </a:prstGeom>
        </p:spPr>
        <p:txBody>
          <a:bodyPr/>
          <a:lstStyle>
            <a:lvl1pPr marL="0" indent="0">
              <a:lnSpc>
                <a:spcPct val="100000"/>
              </a:lnSpc>
              <a:spcBef>
                <a:spcPts val="0"/>
              </a:spcBef>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a:t>
            </a:r>
            <a:endParaRPr lang="en-GB" dirty="0"/>
          </a:p>
          <a:p>
            <a:pPr lvl="0"/>
            <a:r>
              <a:rPr lang="en-GB" dirty="0"/>
              <a:t>UCL Sans Regular 18pt</a:t>
            </a:r>
            <a:endParaRPr lang="en-US" dirty="0"/>
          </a:p>
        </p:txBody>
      </p:sp>
      <p:pic>
        <p:nvPicPr>
          <p:cNvPr id="5" name="Picture 4"/>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full page image full colour logo">
    <p:spTree>
      <p:nvGrpSpPr>
        <p:cNvPr id="1" name=""/>
        <p:cNvGrpSpPr/>
        <p:nvPr/>
      </p:nvGrpSpPr>
      <p:grpSpPr>
        <a:xfrm>
          <a:off x="0" y="0"/>
          <a:ext cx="0" cy="0"/>
          <a:chOff x="0" y="0"/>
          <a:chExt cx="0" cy="0"/>
        </a:xfrm>
      </p:grpSpPr>
      <p:sp>
        <p:nvSpPr>
          <p:cNvPr id="2" name="Picture Placeholder 6" descr="Add a clear, concise statement describing the main purpose of the image"/>
          <p:cNvSpPr>
            <a:spLocks noGrp="1" noRot="1" noMove="1" noResize="1" noEditPoints="1" noAdjustHandles="1" noChangeArrowheads="1" noChangeShapeType="1"/>
          </p:cNvSpPr>
          <p:nvPr>
            <p:ph type="pic" sz="quarter" idx="13"/>
          </p:nvPr>
        </p:nvSpPr>
        <p:spPr>
          <a:xfrm>
            <a:off x="0" y="0"/>
            <a:ext cx="12192000" cy="6858000"/>
          </a:xfrm>
          <a:prstGeom prst="rect">
            <a:avLst/>
          </a:prstGeom>
        </p:spPr>
        <p:txBody>
          <a:bodyPr/>
          <a:lstStyle/>
          <a:p>
            <a:endParaRPr lang="en-US"/>
          </a:p>
        </p:txBody>
      </p:sp>
      <p:pic>
        <p:nvPicPr>
          <p:cNvPr id="5" name="Picture 4"/>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mple_Content – 4 column title, image, text">
    <p:bg>
      <p:bgPr>
        <a:solidFill>
          <a:schemeClr val="bg1"/>
        </a:solidFill>
        <a:effectLst/>
      </p:bgPr>
    </p:bg>
    <p:spTree>
      <p:nvGrpSpPr>
        <p:cNvPr id="1" name=""/>
        <p:cNvGrpSpPr/>
        <p:nvPr/>
      </p:nvGrpSpPr>
      <p:grpSpPr>
        <a:xfrm>
          <a:off x="0" y="0"/>
          <a:ext cx="0" cy="0"/>
          <a:chOff x="0" y="0"/>
          <a:chExt cx="0" cy="0"/>
        </a:xfrm>
      </p:grpSpPr>
      <p:sp>
        <p:nvSpPr>
          <p:cNvPr id="26" name="Text Placeholder 25"/>
          <p:cNvSpPr>
            <a:spLocks noGrp="1" noRot="1" noMove="1" noResize="1" noEditPoints="1" noAdjustHandles="1" noChangeArrowheads="1" noChangeShapeType="1"/>
          </p:cNvSpPr>
          <p:nvPr>
            <p:ph type="body" sz="quarter" idx="15" hasCustomPrompt="1"/>
          </p:nvPr>
        </p:nvSpPr>
        <p:spPr>
          <a:xfrm>
            <a:off x="434508" y="409575"/>
            <a:ext cx="8569680" cy="137795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endParaRPr lang="en-GB" dirty="0"/>
          </a:p>
          <a:p>
            <a:pPr lvl="0"/>
            <a:r>
              <a:rPr lang="en-GB" dirty="0"/>
              <a:t>UCL Sans </a:t>
            </a:r>
            <a:r>
              <a:rPr lang="en-GB" dirty="0" err="1"/>
              <a:t>SemiBold</a:t>
            </a:r>
            <a:r>
              <a:rPr lang="en-GB" dirty="0"/>
              <a:t> 36pt</a:t>
            </a:r>
            <a:endParaRPr lang="en-GB" dirty="0"/>
          </a:p>
        </p:txBody>
      </p:sp>
      <p:sp>
        <p:nvSpPr>
          <p:cNvPr id="7" name="Picture Placeholder 6" descr="Add a clear, concise statement describing the main purpose of the image"/>
          <p:cNvSpPr>
            <a:spLocks noGrp="1"/>
          </p:cNvSpPr>
          <p:nvPr>
            <p:ph type="pic" sz="quarter" idx="13"/>
          </p:nvPr>
        </p:nvSpPr>
        <p:spPr>
          <a:xfrm>
            <a:off x="434507" y="2145327"/>
            <a:ext cx="2717527" cy="1748196"/>
          </a:xfrm>
          <a:prstGeom prst="rect">
            <a:avLst/>
          </a:prstGeom>
        </p:spPr>
        <p:txBody>
          <a:bodyPr/>
          <a:lstStyle/>
          <a:p>
            <a:r>
              <a:rPr lang="en-GB" dirty="0"/>
              <a:t>Click icon to add picture</a:t>
            </a:r>
            <a:endParaRPr lang="en-US" dirty="0"/>
          </a:p>
        </p:txBody>
      </p:sp>
      <p:sp>
        <p:nvSpPr>
          <p:cNvPr id="2" name="Text Placeholder 3"/>
          <p:cNvSpPr>
            <a:spLocks noGrp="1"/>
          </p:cNvSpPr>
          <p:nvPr>
            <p:ph type="body" sz="half" idx="25" hasCustomPrompt="1"/>
          </p:nvPr>
        </p:nvSpPr>
        <p:spPr>
          <a:xfrm>
            <a:off x="434508" y="4087765"/>
            <a:ext cx="27175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endParaRPr lang="en-GB" dirty="0"/>
          </a:p>
          <a:p>
            <a:pPr lvl="0"/>
            <a:r>
              <a:rPr lang="en-GB" dirty="0"/>
              <a:t>UCL Sans 18pt</a:t>
            </a:r>
            <a:endParaRPr lang="en-GB" dirty="0"/>
          </a:p>
        </p:txBody>
      </p:sp>
      <p:sp>
        <p:nvSpPr>
          <p:cNvPr id="28" name="Picture Placeholder 6" descr="Add a clear, concise statement describing the main purpose of the image"/>
          <p:cNvSpPr>
            <a:spLocks noGrp="1"/>
          </p:cNvSpPr>
          <p:nvPr>
            <p:ph type="pic" sz="quarter" idx="16"/>
          </p:nvPr>
        </p:nvSpPr>
        <p:spPr>
          <a:xfrm>
            <a:off x="3481193" y="2145327"/>
            <a:ext cx="2539327" cy="1748196"/>
          </a:xfrm>
          <a:prstGeom prst="rect">
            <a:avLst/>
          </a:prstGeom>
        </p:spPr>
        <p:txBody>
          <a:bodyPr/>
          <a:lstStyle/>
          <a:p>
            <a:r>
              <a:rPr lang="en-GB"/>
              <a:t>Click icon to add picture</a:t>
            </a:r>
            <a:endParaRPr lang="en-US"/>
          </a:p>
        </p:txBody>
      </p:sp>
      <p:sp>
        <p:nvSpPr>
          <p:cNvPr id="4" name="Text Placeholder 3"/>
          <p:cNvSpPr>
            <a:spLocks noGrp="1"/>
          </p:cNvSpPr>
          <p:nvPr>
            <p:ph type="body" sz="half" idx="26" hasCustomPrompt="1"/>
          </p:nvPr>
        </p:nvSpPr>
        <p:spPr>
          <a:xfrm>
            <a:off x="3454053"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endParaRPr lang="en-GB" dirty="0"/>
          </a:p>
          <a:p>
            <a:pPr lvl="0"/>
            <a:r>
              <a:rPr lang="en-GB" dirty="0"/>
              <a:t>UCL Sans 18pt</a:t>
            </a:r>
            <a:endParaRPr lang="en-GB" dirty="0"/>
          </a:p>
        </p:txBody>
      </p:sp>
      <p:sp>
        <p:nvSpPr>
          <p:cNvPr id="35" name="Picture Placeholder 6" descr="Add a clear, concise statement describing the main purpose of the image"/>
          <p:cNvSpPr>
            <a:spLocks noGrp="1"/>
          </p:cNvSpPr>
          <p:nvPr>
            <p:ph type="pic" sz="quarter" idx="20"/>
          </p:nvPr>
        </p:nvSpPr>
        <p:spPr>
          <a:xfrm>
            <a:off x="6349679" y="2145327"/>
            <a:ext cx="2539327" cy="1748196"/>
          </a:xfrm>
          <a:prstGeom prst="rect">
            <a:avLst/>
          </a:prstGeom>
        </p:spPr>
        <p:txBody>
          <a:bodyPr/>
          <a:lstStyle/>
          <a:p>
            <a:r>
              <a:rPr lang="en-GB"/>
              <a:t>Click icon to add picture</a:t>
            </a:r>
            <a:endParaRPr lang="en-US"/>
          </a:p>
        </p:txBody>
      </p:sp>
      <p:sp>
        <p:nvSpPr>
          <p:cNvPr id="5" name="Text Placeholder 3"/>
          <p:cNvSpPr>
            <a:spLocks noGrp="1"/>
          </p:cNvSpPr>
          <p:nvPr>
            <p:ph type="body" sz="half" idx="27" hasCustomPrompt="1"/>
          </p:nvPr>
        </p:nvSpPr>
        <p:spPr>
          <a:xfrm>
            <a:off x="6336110"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endParaRPr lang="en-GB" dirty="0"/>
          </a:p>
          <a:p>
            <a:pPr lvl="0"/>
            <a:r>
              <a:rPr lang="en-GB" dirty="0"/>
              <a:t>UCL Sans 18pt</a:t>
            </a:r>
            <a:endParaRPr lang="en-GB" dirty="0"/>
          </a:p>
        </p:txBody>
      </p:sp>
      <p:sp>
        <p:nvSpPr>
          <p:cNvPr id="36" name="Picture Placeholder 6" descr="Add a clear, concise statement describing the main purpose of the image"/>
          <p:cNvSpPr>
            <a:spLocks noGrp="1"/>
          </p:cNvSpPr>
          <p:nvPr>
            <p:ph type="pic" sz="quarter" idx="21"/>
          </p:nvPr>
        </p:nvSpPr>
        <p:spPr>
          <a:xfrm>
            <a:off x="9218166" y="2145327"/>
            <a:ext cx="2539327" cy="1748196"/>
          </a:xfrm>
          <a:prstGeom prst="rect">
            <a:avLst/>
          </a:prstGeom>
        </p:spPr>
        <p:txBody>
          <a:bodyPr/>
          <a:lstStyle/>
          <a:p>
            <a:r>
              <a:rPr lang="en-GB"/>
              <a:t>Click icon to add picture</a:t>
            </a:r>
            <a:endParaRPr lang="en-US"/>
          </a:p>
        </p:txBody>
      </p:sp>
      <p:sp>
        <p:nvSpPr>
          <p:cNvPr id="6" name="Text Placeholder 3"/>
          <p:cNvSpPr>
            <a:spLocks noGrp="1"/>
          </p:cNvSpPr>
          <p:nvPr>
            <p:ph type="body" sz="half" idx="28" hasCustomPrompt="1"/>
          </p:nvPr>
        </p:nvSpPr>
        <p:spPr>
          <a:xfrm>
            <a:off x="9218166" y="4087765"/>
            <a:ext cx="25393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endParaRPr lang="en-GB" dirty="0"/>
          </a:p>
          <a:p>
            <a:pPr lvl="0"/>
            <a:r>
              <a:rPr lang="en-GB" dirty="0"/>
              <a:t>UCL Sans 18pt</a:t>
            </a:r>
            <a:endParaRPr lang="en-GB" dirty="0"/>
          </a:p>
        </p:txBody>
      </p:sp>
      <p:pic>
        <p:nvPicPr>
          <p:cNvPr id="3" name="Picture 2"/>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lex_Title  - 2/3 line heading, image and text">
    <p:spTree>
      <p:nvGrpSpPr>
        <p:cNvPr id="1" name=""/>
        <p:cNvGrpSpPr/>
        <p:nvPr/>
      </p:nvGrpSpPr>
      <p:grpSpPr>
        <a:xfrm>
          <a:off x="0" y="0"/>
          <a:ext cx="0" cy="0"/>
          <a:chOff x="0" y="0"/>
          <a:chExt cx="0" cy="0"/>
        </a:xfrm>
      </p:grpSpPr>
      <p:sp>
        <p:nvSpPr>
          <p:cNvPr id="11" name="Picture Placeholder 2"/>
          <p:cNvSpPr>
            <a:spLocks noGrp="1" noRot="1" noMove="1" noResize="1" noEditPoints="1" noAdjustHandles="1" noChangeArrowheads="1" noChangeShapeType="1"/>
          </p:cNvSpPr>
          <p:nvPr>
            <p:ph type="pic" idx="10" hasCustomPrompt="1"/>
          </p:nvPr>
        </p:nvSpPr>
        <p:spPr>
          <a:xfrm>
            <a:off x="-7474" y="0"/>
            <a:ext cx="12192000" cy="6858000"/>
          </a:xfrm>
          <a:prstGeom prst="rect">
            <a:avLst/>
          </a:prstGeom>
        </p:spPr>
        <p:txBody>
          <a:bodyPr/>
          <a:lstStyle>
            <a:lvl1pPr marL="0" indent="0" algn="r">
              <a:buNone/>
              <a:defRPr sz="1100"/>
            </a:lvl1pPr>
            <a:lvl2pPr marL="457200" indent="0">
              <a:buNone/>
              <a:defRPr sz="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dirty="0"/>
              <a:t>Insert and image</a:t>
            </a:r>
            <a:endParaRPr lang="en-US" dirty="0"/>
          </a:p>
        </p:txBody>
      </p:sp>
      <p:pic>
        <p:nvPicPr>
          <p:cNvPr id="2" name="Picture 1" descr="UCL logo, University College London"/>
          <p:cNvPicPr>
            <a:picLocks noChangeAspect="1"/>
          </p:cNvPicPr>
          <p:nvPr userDrawn="1"/>
        </p:nvPicPr>
        <p:blipFill>
          <a:blip r:embed="rId2"/>
          <a:stretch>
            <a:fillRect/>
          </a:stretch>
        </p:blipFill>
        <p:spPr>
          <a:xfrm>
            <a:off x="8937625" y="5653541"/>
            <a:ext cx="2843213" cy="798059"/>
          </a:xfrm>
          <a:prstGeom prst="rect">
            <a:avLst/>
          </a:prstGeom>
        </p:spPr>
      </p:pic>
      <p:sp>
        <p:nvSpPr>
          <p:cNvPr id="3" name="Text Placeholder 2"/>
          <p:cNvSpPr>
            <a:spLocks noGrp="1" noRot="1" noMove="1" noResize="1" noEditPoints="1" noAdjustHandles="1" noChangeArrowheads="1" noChangeShapeType="1"/>
          </p:cNvSpPr>
          <p:nvPr>
            <p:ph type="body" sz="quarter" idx="11" hasCustomPrompt="1"/>
          </p:nvPr>
        </p:nvSpPr>
        <p:spPr>
          <a:xfrm>
            <a:off x="1401472" y="1"/>
            <a:ext cx="5633204" cy="6858000"/>
          </a:xfrm>
          <a:prstGeom prst="rect">
            <a:avLst/>
          </a:prstGeom>
          <a:solidFill>
            <a:schemeClr val="accent1"/>
          </a:solidFill>
        </p:spPr>
        <p:txBody>
          <a:bodyPr lIns="360000" tIns="360000" rIns="360000" bIns="360000"/>
          <a:lstStyle>
            <a:lvl1pPr marL="0" indent="0">
              <a:lnSpc>
                <a:spcPct val="100000"/>
              </a:lnSpc>
              <a:spcBef>
                <a:spcPts val="0"/>
              </a:spcBef>
              <a:buNone/>
              <a:defRPr sz="4200" b="1" i="0">
                <a:solidFill>
                  <a:schemeClr val="accent3"/>
                </a:solidFill>
                <a:latin typeface="UCL Sans SemiBold" pitchFamily="2" charset="77"/>
              </a:defRPr>
            </a:lvl1pPr>
          </a:lstStyle>
          <a:p>
            <a:pPr fontAlgn="auto">
              <a:spcAft>
                <a:spcPts val="0"/>
              </a:spcAft>
            </a:pPr>
            <a:r>
              <a:rPr lang="en-GB" sz="4200" dirty="0">
                <a:solidFill>
                  <a:schemeClr val="accent3"/>
                </a:solidFill>
              </a:rPr>
              <a:t>Main Headline style slide UCL Sans </a:t>
            </a:r>
            <a:r>
              <a:rPr lang="en-GB" sz="4200" dirty="0" err="1">
                <a:solidFill>
                  <a:schemeClr val="accent3"/>
                </a:solidFill>
              </a:rPr>
              <a:t>SemiBold</a:t>
            </a:r>
            <a:r>
              <a:rPr lang="en-GB" sz="4200" dirty="0">
                <a:solidFill>
                  <a:schemeClr val="accent3"/>
                </a:solidFill>
              </a:rPr>
              <a:t> 42pt 2-3 lines max</a:t>
            </a:r>
            <a:endParaRPr lang="en-US" sz="4200" dirty="0">
              <a:solidFill>
                <a:schemeClr val="accent3"/>
              </a:solidFill>
            </a:endParaRPr>
          </a:p>
        </p:txBody>
      </p:sp>
      <p:sp>
        <p:nvSpPr>
          <p:cNvPr id="7" name="Text Placeholder 2"/>
          <p:cNvSpPr>
            <a:spLocks noGrp="1"/>
          </p:cNvSpPr>
          <p:nvPr>
            <p:ph type="body" idx="1" hasCustomPrompt="1"/>
          </p:nvPr>
        </p:nvSpPr>
        <p:spPr>
          <a:xfrm>
            <a:off x="1791890" y="3455778"/>
            <a:ext cx="4807745" cy="707707"/>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a:t>
            </a:r>
            <a:endParaRPr lang="en-GB" dirty="0"/>
          </a:p>
          <a:p>
            <a:pPr lvl="0"/>
            <a:r>
              <a:rPr lang="en-GB" dirty="0"/>
              <a:t>UCL Sans regular 24pt</a:t>
            </a:r>
            <a:endParaRPr lang="en-GB" dirty="0"/>
          </a:p>
        </p:txBody>
      </p:sp>
      <p:sp>
        <p:nvSpPr>
          <p:cNvPr id="5" name="Text Placeholder 2"/>
          <p:cNvSpPr>
            <a:spLocks noGrp="1"/>
          </p:cNvSpPr>
          <p:nvPr>
            <p:ph type="body" idx="12" hasCustomPrompt="1"/>
          </p:nvPr>
        </p:nvSpPr>
        <p:spPr>
          <a:xfrm>
            <a:off x="1791889" y="4503309"/>
            <a:ext cx="4807745" cy="265046"/>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18px</a:t>
            </a:r>
            <a:endParaRPr lang="en-GB" dirty="0"/>
          </a:p>
        </p:txBody>
      </p:sp>
      <p:sp>
        <p:nvSpPr>
          <p:cNvPr id="4" name="Rectangle 3"/>
          <p:cNvSpPr>
            <a:spLocks noGrp="1" noRot="1" noMove="1" noResize="1" noEditPoints="1" noAdjustHandles="1" noChangeArrowheads="1" noChangeShapeType="1"/>
          </p:cNvSpPr>
          <p:nvPr userDrawn="1"/>
        </p:nvSpPr>
        <p:spPr>
          <a:xfrm>
            <a:off x="-5887" y="0"/>
            <a:ext cx="40957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Move="1" noResize="1" noEditPoints="1" noAdjustHandles="1" noChangeArrowheads="1" noChangeShapeType="1"/>
          </p:cNvSpPr>
          <p:nvPr userDrawn="1"/>
        </p:nvSpPr>
        <p:spPr>
          <a:xfrm>
            <a:off x="7034676" y="4532"/>
            <a:ext cx="470692" cy="6853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lex _Content – 1 column title and tex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36124" y="409575"/>
            <a:ext cx="6604548" cy="1009650"/>
          </a:xfrm>
          <a:prstGeom prst="rect">
            <a:avLst/>
          </a:prstGeom>
        </p:spPr>
        <p:txBody>
          <a:bodyPr anchor="t"/>
          <a:lstStyle>
            <a:lvl1pPr algn="l">
              <a:lnSpc>
                <a:spcPct val="100000"/>
              </a:lnSpc>
              <a:defRPr sz="3600">
                <a:solidFill>
                  <a:schemeClr val="bg1"/>
                </a:solidFill>
              </a:defRPr>
            </a:lvl1pPr>
          </a:lstStyle>
          <a:p>
            <a:pPr lvl="0"/>
            <a:r>
              <a:rPr lang="en-GB" dirty="0"/>
              <a:t>Divider section Title </a:t>
            </a:r>
            <a:br>
              <a:rPr lang="en-GB" dirty="0"/>
            </a:br>
            <a:r>
              <a:rPr lang="en-GB" dirty="0"/>
              <a:t>UCL Sans </a:t>
            </a:r>
            <a:r>
              <a:rPr lang="en-GB" dirty="0" err="1"/>
              <a:t>SemiBold</a:t>
            </a:r>
            <a:r>
              <a:rPr lang="en-GB" dirty="0"/>
              <a:t> 36pt</a:t>
            </a:r>
            <a:endParaRPr lang="en-GB" dirty="0"/>
          </a:p>
        </p:txBody>
      </p:sp>
      <p:sp>
        <p:nvSpPr>
          <p:cNvPr id="4" name="Text Placeholder 7"/>
          <p:cNvSpPr>
            <a:spLocks noGrp="1"/>
          </p:cNvSpPr>
          <p:nvPr>
            <p:ph type="body" sz="quarter" idx="11" hasCustomPrompt="1"/>
          </p:nvPr>
        </p:nvSpPr>
        <p:spPr>
          <a:xfrm>
            <a:off x="5136124" y="1916825"/>
            <a:ext cx="6604547" cy="3528300"/>
          </a:xfrm>
          <a:prstGeom prst="rect">
            <a:avLst/>
          </a:prstGeom>
        </p:spPr>
        <p:txBody>
          <a:bodyPr/>
          <a:lstStyle>
            <a:lvl1pPr marL="0" indent="0">
              <a:lnSpc>
                <a:spcPct val="100000"/>
              </a:lnSpc>
              <a:spcBef>
                <a:spcPts val="0"/>
              </a:spcBef>
              <a:buFont typeface="Wingdings" panose="05000000000000000000" pitchFamily="2" charset="2"/>
              <a:buNone/>
              <a:defRPr sz="1800">
                <a:solidFill>
                  <a:schemeClr val="bg1"/>
                </a:solidFill>
              </a:defRPr>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a:t>
            </a:r>
            <a:endParaRPr lang="en-GB" dirty="0"/>
          </a:p>
          <a:p>
            <a:pPr lvl="0"/>
            <a:r>
              <a:rPr lang="en-GB" dirty="0"/>
              <a:t>UCL Sans Regular 18pt</a:t>
            </a:r>
            <a:endParaRPr lang="en-US" dirty="0"/>
          </a:p>
        </p:txBody>
      </p:sp>
      <p:sp>
        <p:nvSpPr>
          <p:cNvPr id="5" name="Rectangle 4"/>
          <p:cNvSpPr>
            <a:spLocks noGrp="1" noRot="1" noMove="1" noResize="1" noEditPoints="1" noAdjustHandles="1" noChangeArrowheads="1" noChangeShapeType="1"/>
          </p:cNvSpPr>
          <p:nvPr userDrawn="1"/>
        </p:nvSpPr>
        <p:spPr>
          <a:xfrm>
            <a:off x="1354138" y="0"/>
            <a:ext cx="18923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a:spLocks noGrp="1" noRot="1" noMove="1" noResize="1" noEditPoints="1" noAdjustHandles="1" noChangeArrowheads="1" noChangeShapeType="1"/>
          </p:cNvSpPr>
          <p:nvPr userDrawn="1"/>
        </p:nvSpPr>
        <p:spPr>
          <a:xfrm>
            <a:off x="4535" y="2448"/>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lex _ Divider – 2 column title, text, table,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54138"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a:t>
            </a:r>
            <a:br>
              <a:rPr lang="en-GB" dirty="0"/>
            </a:br>
            <a:r>
              <a:rPr lang="en-GB" dirty="0"/>
              <a:t>UCL Sans </a:t>
            </a:r>
            <a:r>
              <a:rPr lang="en-GB" dirty="0" err="1"/>
              <a:t>SemiBold</a:t>
            </a:r>
            <a:r>
              <a:rPr lang="en-GB" dirty="0"/>
              <a:t> 36pt</a:t>
            </a:r>
            <a:endParaRPr lang="en-US" dirty="0"/>
          </a:p>
        </p:txBody>
      </p:sp>
      <p:sp>
        <p:nvSpPr>
          <p:cNvPr id="7" name="Text Placeholder 2"/>
          <p:cNvSpPr>
            <a:spLocks noGrp="1"/>
          </p:cNvSpPr>
          <p:nvPr>
            <p:ph type="body" idx="1" hasCustomPrompt="1"/>
          </p:nvPr>
        </p:nvSpPr>
        <p:spPr>
          <a:xfrm>
            <a:off x="1382624"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endParaRPr lang="en-GB" dirty="0"/>
          </a:p>
        </p:txBody>
      </p:sp>
      <p:sp>
        <p:nvSpPr>
          <p:cNvPr id="4" name="Table Placeholder 3"/>
          <p:cNvSpPr>
            <a:spLocks noGrp="1"/>
          </p:cNvSpPr>
          <p:nvPr>
            <p:ph type="tbl" sz="quarter" idx="12"/>
          </p:nvPr>
        </p:nvSpPr>
        <p:spPr>
          <a:xfrm>
            <a:off x="1354139" y="3558615"/>
            <a:ext cx="2668022" cy="2828925"/>
          </a:xfrm>
          <a:prstGeom prst="rect">
            <a:avLst/>
          </a:prstGeom>
        </p:spPr>
        <p:txBody>
          <a:bodyPr/>
          <a:lstStyle/>
          <a:p>
            <a:endParaRPr lang="en-US" dirty="0"/>
          </a:p>
        </p:txBody>
      </p:sp>
      <p:sp>
        <p:nvSpPr>
          <p:cNvPr id="11" name="Text Placeholder 2"/>
          <p:cNvSpPr>
            <a:spLocks noGrp="1"/>
          </p:cNvSpPr>
          <p:nvPr>
            <p:ph type="body" idx="15" hasCustomPrompt="1"/>
          </p:nvPr>
        </p:nvSpPr>
        <p:spPr>
          <a:xfrm>
            <a:off x="5272740" y="882638"/>
            <a:ext cx="6508098"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Text, UCL Sans Regular 18pt</a:t>
            </a:r>
            <a:endParaRPr lang="en-GB" dirty="0"/>
          </a:p>
        </p:txBody>
      </p:sp>
      <p:sp>
        <p:nvSpPr>
          <p:cNvPr id="6" name="Picture Placeholder 2" descr="Add a clear, concise statement describing the main purpose of the image"/>
          <p:cNvSpPr>
            <a:spLocks noGrp="1"/>
          </p:cNvSpPr>
          <p:nvPr>
            <p:ph type="pic" idx="10"/>
          </p:nvPr>
        </p:nvSpPr>
        <p:spPr>
          <a:xfrm>
            <a:off x="5275105" y="1419226"/>
            <a:ext cx="6507320" cy="44063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Rectangle 2"/>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54138"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7" name="Picture Placeholder 6" descr="Add a clear, concise statement describing the main purpose of the image"/>
          <p:cNvSpPr>
            <a:spLocks noGrp="1"/>
          </p:cNvSpPr>
          <p:nvPr>
            <p:ph type="pic" sz="quarter" idx="13"/>
          </p:nvPr>
        </p:nvSpPr>
        <p:spPr>
          <a:xfrm>
            <a:off x="1354138" y="2046440"/>
            <a:ext cx="5070914" cy="2160435"/>
          </a:xfrm>
          <a:prstGeom prst="rect">
            <a:avLst/>
          </a:prstGeom>
        </p:spPr>
        <p:txBody>
          <a:bodyPr/>
          <a:lstStyle/>
          <a:p>
            <a:endParaRPr lang="en-US"/>
          </a:p>
        </p:txBody>
      </p:sp>
      <p:sp>
        <p:nvSpPr>
          <p:cNvPr id="4" name="Text Placeholder 7"/>
          <p:cNvSpPr>
            <a:spLocks noGrp="1"/>
          </p:cNvSpPr>
          <p:nvPr>
            <p:ph type="body" sz="quarter" idx="11" hasCustomPrompt="1"/>
          </p:nvPr>
        </p:nvSpPr>
        <p:spPr>
          <a:xfrm>
            <a:off x="1353402" y="4438650"/>
            <a:ext cx="5070914" cy="1006475"/>
          </a:xfrm>
          <a:prstGeom prst="rect">
            <a:avLst/>
          </a:prstGeom>
        </p:spPr>
        <p:txBody>
          <a:bodyPr/>
          <a:lstStyle>
            <a:lvl1pPr marL="0">
              <a:lnSpc>
                <a:spcPct val="100000"/>
              </a:lnSpc>
              <a:spcBef>
                <a:spcPts val="0"/>
              </a:spcBef>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UCL Sans Regular 18pt</a:t>
            </a:r>
            <a:endParaRPr lang="en-US" dirty="0"/>
          </a:p>
        </p:txBody>
      </p:sp>
      <p:sp>
        <p:nvSpPr>
          <p:cNvPr id="8" name="Picture Placeholder 6" descr="Add a clear, concise statement describing the main purpose of the image"/>
          <p:cNvSpPr>
            <a:spLocks noGrp="1"/>
          </p:cNvSpPr>
          <p:nvPr>
            <p:ph type="pic" sz="quarter" idx="14"/>
          </p:nvPr>
        </p:nvSpPr>
        <p:spPr>
          <a:xfrm>
            <a:off x="6686368" y="2046440"/>
            <a:ext cx="5070914" cy="2160435"/>
          </a:xfrm>
          <a:prstGeom prst="rect">
            <a:avLst/>
          </a:prstGeom>
        </p:spPr>
        <p:txBody>
          <a:bodyPr/>
          <a:lstStyle/>
          <a:p>
            <a:endParaRPr lang="en-US"/>
          </a:p>
        </p:txBody>
      </p:sp>
      <p:sp>
        <p:nvSpPr>
          <p:cNvPr id="5" name="Text Placeholder 7"/>
          <p:cNvSpPr>
            <a:spLocks noGrp="1"/>
          </p:cNvSpPr>
          <p:nvPr>
            <p:ph type="body" sz="quarter" idx="12" hasCustomPrompt="1"/>
          </p:nvPr>
        </p:nvSpPr>
        <p:spPr>
          <a:xfrm>
            <a:off x="6686367" y="4438650"/>
            <a:ext cx="5049033" cy="1006475"/>
          </a:xfrm>
          <a:prstGeom prst="rect">
            <a:avLst/>
          </a:prstGeom>
        </p:spPr>
        <p:txBody>
          <a:bodyPr/>
          <a:lstStyle>
            <a:lvl1pPr marL="0">
              <a:lnSpc>
                <a:spcPct val="100000"/>
              </a:lnSpc>
              <a:spcBef>
                <a:spcPts val="0"/>
              </a:spcBef>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UCL Sans Regular 18pt</a:t>
            </a:r>
            <a:endParaRPr lang="en-US" dirty="0"/>
          </a:p>
        </p:txBody>
      </p:sp>
      <p:sp>
        <p:nvSpPr>
          <p:cNvPr id="6" name="Rectangle 5"/>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1343450"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endParaRPr lang="en-GB" dirty="0"/>
          </a:p>
        </p:txBody>
      </p:sp>
      <p:sp>
        <p:nvSpPr>
          <p:cNvPr id="10" name="Picture Placeholder 6" descr="Add a clear, concise statement describing the main purpose of the image"/>
          <p:cNvSpPr>
            <a:spLocks noGrp="1"/>
          </p:cNvSpPr>
          <p:nvPr>
            <p:ph type="pic" sz="quarter" idx="13"/>
          </p:nvPr>
        </p:nvSpPr>
        <p:spPr>
          <a:xfrm>
            <a:off x="1343449" y="2046440"/>
            <a:ext cx="4502211" cy="3398685"/>
          </a:xfrm>
          <a:prstGeom prst="rect">
            <a:avLst/>
          </a:prstGeom>
        </p:spPr>
        <p:txBody>
          <a:bodyPr/>
          <a:lstStyle/>
          <a:p>
            <a:endParaRPr lang="en-US"/>
          </a:p>
        </p:txBody>
      </p:sp>
      <p:sp>
        <p:nvSpPr>
          <p:cNvPr id="11" name="Text Placeholder 7"/>
          <p:cNvSpPr>
            <a:spLocks noGrp="1"/>
          </p:cNvSpPr>
          <p:nvPr>
            <p:ph type="body" sz="quarter" idx="11" hasCustomPrompt="1"/>
          </p:nvPr>
        </p:nvSpPr>
        <p:spPr>
          <a:xfrm>
            <a:off x="6096000" y="2046440"/>
            <a:ext cx="5684838" cy="3398685"/>
          </a:xfrm>
          <a:prstGeom prst="rect">
            <a:avLst/>
          </a:prstGeom>
        </p:spPr>
        <p:txBody>
          <a:bodyPr/>
          <a:lstStyle>
            <a:lvl1pPr marL="0" indent="0">
              <a:lnSpc>
                <a:spcPct val="100000"/>
              </a:lnSpc>
              <a:spcBef>
                <a:spcPts val="0"/>
              </a:spcBef>
              <a:buFont typeface="Wingdings" panose="05000000000000000000" pitchFamily="2" charset="2"/>
              <a:buNone/>
              <a:defRPr sz="1800"/>
            </a:lvl1pPr>
            <a:lvl2pPr>
              <a:buFont typeface="Wingdings" panose="05000000000000000000" pitchFamily="2" charset="2"/>
              <a:buChar char="§"/>
              <a:defRPr sz="1800"/>
            </a:lvl2pPr>
            <a:lvl3pPr>
              <a:buFont typeface="Wingdings" panose="05000000000000000000" pitchFamily="2" charset="2"/>
              <a:buChar char="§"/>
              <a:defRPr sz="1800"/>
            </a:lvl3pPr>
            <a:lvl4pPr>
              <a:buFont typeface="Wingdings" panose="05000000000000000000" pitchFamily="2" charset="2"/>
              <a:buChar char="§"/>
              <a:defRPr sz="1800"/>
            </a:lvl4pPr>
            <a:lvl5pPr>
              <a:buFont typeface="Wingdings" panose="05000000000000000000" pitchFamily="2" charset="2"/>
              <a:buChar char="§"/>
              <a:defRPr sz="1800"/>
            </a:lvl5pPr>
          </a:lstStyle>
          <a:p>
            <a:pPr lvl="0"/>
            <a:r>
              <a:rPr lang="en-GB" dirty="0"/>
              <a:t>Body text, </a:t>
            </a:r>
            <a:endParaRPr lang="en-GB" dirty="0"/>
          </a:p>
          <a:p>
            <a:pPr lvl="0"/>
            <a:r>
              <a:rPr lang="en-GB" dirty="0"/>
              <a:t>UCL Sans Regular 18pt</a:t>
            </a:r>
            <a:endParaRPr lang="en-US" dirty="0"/>
          </a:p>
        </p:txBody>
      </p:sp>
      <p:sp>
        <p:nvSpPr>
          <p:cNvPr id="6" name="Rectangle 5"/>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lex _Content – 4 column title, 4 images, 4 text">
    <p:bg>
      <p:bgPr>
        <a:solidFill>
          <a:schemeClr val="bg1"/>
        </a:solidFill>
        <a:effectLst/>
      </p:bgPr>
    </p:bg>
    <p:spTree>
      <p:nvGrpSpPr>
        <p:cNvPr id="1" name=""/>
        <p:cNvGrpSpPr/>
        <p:nvPr/>
      </p:nvGrpSpPr>
      <p:grpSpPr>
        <a:xfrm>
          <a:off x="0" y="0"/>
          <a:ext cx="0" cy="0"/>
          <a:chOff x="0" y="0"/>
          <a:chExt cx="0" cy="0"/>
        </a:xfrm>
      </p:grpSpPr>
      <p:sp>
        <p:nvSpPr>
          <p:cNvPr id="26" name="Text Placeholder 25"/>
          <p:cNvSpPr>
            <a:spLocks noGrp="1"/>
          </p:cNvSpPr>
          <p:nvPr>
            <p:ph type="body" sz="quarter" idx="15" hasCustomPrompt="1"/>
          </p:nvPr>
        </p:nvSpPr>
        <p:spPr>
          <a:xfrm>
            <a:off x="1354138" y="409575"/>
            <a:ext cx="8569680" cy="1377950"/>
          </a:xfrm>
          <a:prstGeom prst="rect">
            <a:avLst/>
          </a:prstGeom>
        </p:spPr>
        <p:txBody>
          <a:bodyPr/>
          <a:lstStyle>
            <a:lvl1pPr>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endParaRPr lang="en-GB" dirty="0"/>
          </a:p>
          <a:p>
            <a:pPr lvl="0"/>
            <a:r>
              <a:rPr lang="en-GB" dirty="0"/>
              <a:t>UCL </a:t>
            </a:r>
            <a:r>
              <a:rPr lang="en-GB" dirty="0" err="1"/>
              <a:t>SemiBold</a:t>
            </a:r>
            <a:r>
              <a:rPr lang="en-GB" dirty="0"/>
              <a:t> 36pt</a:t>
            </a:r>
            <a:endParaRPr lang="en-GB" dirty="0"/>
          </a:p>
        </p:txBody>
      </p:sp>
      <p:sp>
        <p:nvSpPr>
          <p:cNvPr id="7" name="Picture Placeholder 6" descr="Add a clear, concise statement describing the main purpose of the image"/>
          <p:cNvSpPr>
            <a:spLocks noGrp="1"/>
          </p:cNvSpPr>
          <p:nvPr>
            <p:ph type="pic" sz="quarter" idx="13"/>
          </p:nvPr>
        </p:nvSpPr>
        <p:spPr>
          <a:xfrm>
            <a:off x="1354136" y="2185495"/>
            <a:ext cx="2445318" cy="1748196"/>
          </a:xfrm>
          <a:prstGeom prst="rect">
            <a:avLst/>
          </a:prstGeom>
        </p:spPr>
        <p:txBody>
          <a:bodyPr/>
          <a:lstStyle/>
          <a:p>
            <a:endParaRPr lang="en-US"/>
          </a:p>
        </p:txBody>
      </p:sp>
      <p:sp>
        <p:nvSpPr>
          <p:cNvPr id="2" name="Title 1"/>
          <p:cNvSpPr>
            <a:spLocks noGrp="1"/>
          </p:cNvSpPr>
          <p:nvPr>
            <p:ph type="ctrTitle" hasCustomPrompt="1"/>
          </p:nvPr>
        </p:nvSpPr>
        <p:spPr>
          <a:xfrm>
            <a:off x="1354135" y="4204795"/>
            <a:ext cx="2438375" cy="1242244"/>
          </a:xfrm>
          <a:prstGeom prst="rect">
            <a:avLst/>
          </a:prstGeom>
        </p:spPr>
        <p:txBody>
          <a:bodyPr anchor="t"/>
          <a:lstStyle>
            <a:lvl1pPr marL="0" marR="0" indent="0" algn="l" defTabSz="914400" rtl="0" eaLnBrk="1" fontAlgn="auto" latinLnBrk="0" hangingPunct="1">
              <a:lnSpc>
                <a:spcPct val="100000"/>
              </a:lnSpc>
              <a:spcBef>
                <a:spcPct val="0"/>
              </a:spcBef>
              <a:spcAft>
                <a:spcPts val="0"/>
              </a:spcAft>
              <a:buClrTx/>
              <a:buSzTx/>
              <a:buFontTx/>
              <a:buNone/>
              <a:defRPr sz="1800" b="0" i="0">
                <a:solidFill>
                  <a:schemeClr val="tx2"/>
                </a:solidFill>
                <a:latin typeface="UCL Sans" pitchFamily="2" charset="77"/>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lang="en-GB" dirty="0"/>
              <a:t>Body text, </a:t>
            </a:r>
            <a:br>
              <a:rPr lang="en-GB" dirty="0"/>
            </a:br>
            <a:r>
              <a:rPr lang="en-GB" dirty="0"/>
              <a:t>UCL Sans Regular 18pt</a:t>
            </a:r>
            <a:endParaRPr lang="en-GB" dirty="0"/>
          </a:p>
        </p:txBody>
      </p:sp>
      <p:sp>
        <p:nvSpPr>
          <p:cNvPr id="28" name="Picture Placeholder 6" descr="Add a clear, concise statement describing the main purpose of the image"/>
          <p:cNvSpPr>
            <a:spLocks noGrp="1"/>
          </p:cNvSpPr>
          <p:nvPr>
            <p:ph type="pic" sz="quarter" idx="16"/>
          </p:nvPr>
        </p:nvSpPr>
        <p:spPr>
          <a:xfrm>
            <a:off x="4014597" y="2185495"/>
            <a:ext cx="2445318" cy="1748196"/>
          </a:xfrm>
          <a:prstGeom prst="rect">
            <a:avLst/>
          </a:prstGeom>
        </p:spPr>
        <p:txBody>
          <a:bodyPr/>
          <a:lstStyle/>
          <a:p>
            <a:endParaRPr lang="en-US"/>
          </a:p>
        </p:txBody>
      </p:sp>
      <p:sp>
        <p:nvSpPr>
          <p:cNvPr id="30" name="Text Placeholder 29"/>
          <p:cNvSpPr>
            <a:spLocks noGrp="1"/>
          </p:cNvSpPr>
          <p:nvPr>
            <p:ph type="body" sz="quarter" idx="17" hasCustomPrompt="1"/>
          </p:nvPr>
        </p:nvSpPr>
        <p:spPr>
          <a:xfrm>
            <a:off x="4014597" y="4204795"/>
            <a:ext cx="2445318" cy="1268976"/>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5" name="Picture Placeholder 6" descr="Add a clear, concise statement describing the main purpose of the image"/>
          <p:cNvSpPr>
            <a:spLocks noGrp="1"/>
          </p:cNvSpPr>
          <p:nvPr>
            <p:ph type="pic" sz="quarter" idx="20"/>
          </p:nvPr>
        </p:nvSpPr>
        <p:spPr>
          <a:xfrm>
            <a:off x="6675058" y="2185495"/>
            <a:ext cx="2445318" cy="1748196"/>
          </a:xfrm>
          <a:prstGeom prst="rect">
            <a:avLst/>
          </a:prstGeom>
        </p:spPr>
        <p:txBody>
          <a:bodyPr/>
          <a:lstStyle/>
          <a:p>
            <a:endParaRPr lang="en-US"/>
          </a:p>
        </p:txBody>
      </p:sp>
      <p:sp>
        <p:nvSpPr>
          <p:cNvPr id="32" name="Text Placeholder 31"/>
          <p:cNvSpPr>
            <a:spLocks noGrp="1"/>
          </p:cNvSpPr>
          <p:nvPr>
            <p:ph type="body" sz="quarter" idx="18" hasCustomPrompt="1"/>
          </p:nvPr>
        </p:nvSpPr>
        <p:spPr>
          <a:xfrm>
            <a:off x="6675058" y="4204795"/>
            <a:ext cx="2426413" cy="1242244"/>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6" name="Picture Placeholder 6" descr="Add a clear, concise statement describing the main purpose of the image"/>
          <p:cNvSpPr>
            <a:spLocks noGrp="1"/>
          </p:cNvSpPr>
          <p:nvPr>
            <p:ph type="pic" sz="quarter" idx="21"/>
          </p:nvPr>
        </p:nvSpPr>
        <p:spPr>
          <a:xfrm>
            <a:off x="9335520" y="2185495"/>
            <a:ext cx="2445318" cy="1748196"/>
          </a:xfrm>
          <a:prstGeom prst="rect">
            <a:avLst/>
          </a:prstGeom>
        </p:spPr>
        <p:txBody>
          <a:bodyPr/>
          <a:lstStyle/>
          <a:p>
            <a:endParaRPr lang="en-US"/>
          </a:p>
        </p:txBody>
      </p:sp>
      <p:sp>
        <p:nvSpPr>
          <p:cNvPr id="34" name="Text Placeholder 33"/>
          <p:cNvSpPr>
            <a:spLocks noGrp="1"/>
          </p:cNvSpPr>
          <p:nvPr>
            <p:ph type="body" sz="quarter" idx="19" hasCustomPrompt="1"/>
          </p:nvPr>
        </p:nvSpPr>
        <p:spPr>
          <a:xfrm>
            <a:off x="9320932" y="4204795"/>
            <a:ext cx="2459905" cy="1266825"/>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4" name="Rectangle 3"/>
          <p:cNvSpPr>
            <a:spLocks noGrp="1" noRot="1" noMove="1" noResize="1" noEditPoints="1" noAdjustHandles="1" noChangeArrowheads="1" noChangeShapeType="1"/>
          </p:cNvSpPr>
          <p:nvPr userDrawn="1"/>
        </p:nvSpPr>
        <p:spPr>
          <a:xfrm>
            <a:off x="0" y="-11993"/>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lex _Content – 2 column title, 1 subheading, 2 image/graphs/charts">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1354139" y="421180"/>
            <a:ext cx="4303112"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endParaRPr lang="en-GB" dirty="0"/>
          </a:p>
          <a:p>
            <a:pPr lvl="0"/>
            <a:r>
              <a:rPr lang="en-GB" dirty="0"/>
              <a:t>UCL Sans </a:t>
            </a:r>
            <a:endParaRPr lang="en-GB" dirty="0"/>
          </a:p>
          <a:p>
            <a:pPr lvl="0"/>
            <a:r>
              <a:rPr lang="en-GB" dirty="0" err="1"/>
              <a:t>SemiBold</a:t>
            </a:r>
            <a:r>
              <a:rPr lang="en-GB" dirty="0"/>
              <a:t> 36pt</a:t>
            </a:r>
            <a:endParaRPr lang="en-GB" dirty="0"/>
          </a:p>
        </p:txBody>
      </p:sp>
      <p:sp>
        <p:nvSpPr>
          <p:cNvPr id="9" name="Text Placeholder 3"/>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accent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endParaRPr lang="en-GB" dirty="0"/>
          </a:p>
          <a:p>
            <a:pPr lvl="0"/>
            <a:r>
              <a:rPr lang="en-GB" dirty="0"/>
              <a:t>UCL Sans regular 24pt</a:t>
            </a:r>
            <a:endParaRPr lang="en-GB" dirty="0"/>
          </a:p>
        </p:txBody>
      </p:sp>
      <p:sp>
        <p:nvSpPr>
          <p:cNvPr id="6" name="Content Placeholder 3"/>
          <p:cNvSpPr>
            <a:spLocks noGrp="1"/>
          </p:cNvSpPr>
          <p:nvPr>
            <p:ph sz="half" idx="1" hasCustomPrompt="1"/>
          </p:nvPr>
        </p:nvSpPr>
        <p:spPr>
          <a:xfrm>
            <a:off x="1354138" y="2422525"/>
            <a:ext cx="4303112"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GB" dirty="0"/>
              <a:t>Space for graphs, images, charts</a:t>
            </a:r>
            <a:endParaRPr lang="en-US" dirty="0"/>
          </a:p>
        </p:txBody>
      </p:sp>
      <p:sp>
        <p:nvSpPr>
          <p:cNvPr id="7" name="Content Placeholder 5"/>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90204" pitchFamily="34" charset="0"/>
              <a:buNone/>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GB" dirty="0"/>
              <a:t>Space for graphs, images, charts</a:t>
            </a:r>
            <a:endParaRPr lang="en-US" dirty="0"/>
          </a:p>
          <a:p>
            <a:endParaRPr lang="en-US" dirty="0"/>
          </a:p>
        </p:txBody>
      </p:sp>
      <p:sp>
        <p:nvSpPr>
          <p:cNvPr id="11" name="Rectangle 10"/>
          <p:cNvSpPr>
            <a:spLocks noGrp="1" noRot="1" noMove="1" noResize="1" noEditPoints="1" noAdjustHandles="1" noChangeArrowheads="1" noChangeShapeType="1"/>
          </p:cNvSpPr>
          <p:nvPr userDrawn="1"/>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 full page image white logo">
    <p:spTree>
      <p:nvGrpSpPr>
        <p:cNvPr id="1" name=""/>
        <p:cNvGrpSpPr/>
        <p:nvPr/>
      </p:nvGrpSpPr>
      <p:grpSpPr>
        <a:xfrm>
          <a:off x="0" y="0"/>
          <a:ext cx="0" cy="0"/>
          <a:chOff x="0" y="0"/>
          <a:chExt cx="0" cy="0"/>
        </a:xfrm>
      </p:grpSpPr>
      <p:sp>
        <p:nvSpPr>
          <p:cNvPr id="2" name="Picture Placeholder 6" descr="Add a clear, concise statement describing the main purpose of the image"/>
          <p:cNvSpPr>
            <a:spLocks noGrp="1" noRot="1" noMove="1" noResize="1" noEditPoints="1" noAdjustHandles="1" noChangeArrowheads="1" noChangeShapeType="1"/>
          </p:cNvSpPr>
          <p:nvPr>
            <p:ph type="pic" sz="quarter" idx="13"/>
          </p:nvPr>
        </p:nvSpPr>
        <p:spPr>
          <a:xfrm>
            <a:off x="391438" y="0"/>
            <a:ext cx="11800562" cy="6858000"/>
          </a:xfrm>
          <a:prstGeom prst="rect">
            <a:avLst/>
          </a:prstGeom>
        </p:spPr>
        <p:txBody>
          <a:bodyPr/>
          <a:lstStyle/>
          <a:p>
            <a:endParaRPr lang="en-US"/>
          </a:p>
        </p:txBody>
      </p:sp>
      <p:sp>
        <p:nvSpPr>
          <p:cNvPr id="11" name="Rectangle 10"/>
          <p:cNvSpPr>
            <a:spLocks noGrp="1" noRot="1" noMove="1" noResize="1" noEditPoints="1" noAdjustHandles="1" noChangeArrowheads="1" noChangeShapeType="1"/>
          </p:cNvSpPr>
          <p:nvPr userDrawn="1"/>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Grp="1" noRot="1" noMove="1" noResize="1" noEditPoints="1" noAdjustHandles="1" noChangeArrowheads="1" noChangeShapeType="1" noCrop="1"/>
          </p:cNvPicPr>
          <p:nvPr userDrawn="1"/>
        </p:nvPicPr>
        <p:blipFill>
          <a:blip r:embed="rId2"/>
          <a:stretch>
            <a:fillRect/>
          </a:stretch>
        </p:blipFill>
        <p:spPr>
          <a:xfrm>
            <a:off x="10360890" y="6067187"/>
            <a:ext cx="1432605" cy="40211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GB" altLang="en-US"/>
              <a:t>Click to edit Master title style</a:t>
            </a:r>
            <a:endParaRPr lang="en-US" altLang="en-US"/>
          </a:p>
        </p:txBody>
      </p:sp>
      <p:sp>
        <p:nvSpPr>
          <p:cNvPr id="3"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GB" altLang="en-US"/>
              <a:t>Click to edit Master text styles</a:t>
            </a:r>
            <a:endParaRPr lang="en-GB" altLang="en-US"/>
          </a:p>
          <a:p>
            <a:pPr lvl="1"/>
            <a:r>
              <a:rPr lang="en-GB" altLang="en-US"/>
              <a:t>Second level</a:t>
            </a:r>
            <a:endParaRPr lang="en-GB" altLang="en-US"/>
          </a:p>
          <a:p>
            <a:pPr lvl="2"/>
            <a:r>
              <a:rPr lang="en-GB" altLang="en-US"/>
              <a:t>Third level</a:t>
            </a:r>
            <a:endParaRPr lang="en-GB" altLang="en-US"/>
          </a:p>
          <a:p>
            <a:pPr lvl="3"/>
            <a:r>
              <a:rPr lang="en-GB" altLang="en-US"/>
              <a:t>Fourth level</a:t>
            </a:r>
            <a:endParaRPr lang="en-GB" altLang="en-US"/>
          </a:p>
          <a:p>
            <a:pPr lvl="4"/>
            <a:r>
              <a:rPr lang="en-GB" altLang="en-US"/>
              <a:t>Fifth level</a:t>
            </a:r>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GB" altLang="en-US"/>
              <a:t>Click to edit Master title style</a:t>
            </a:r>
            <a:endParaRPr lang="en-US" altLang="en-US"/>
          </a:p>
        </p:txBody>
      </p:sp>
      <p:sp>
        <p:nvSpPr>
          <p:cNvPr id="3"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GB" altLang="en-US" dirty="0"/>
              <a:t>Click to edit Master text styles</a:t>
            </a:r>
            <a:endParaRPr lang="en-GB" altLang="en-US" dirty="0"/>
          </a:p>
          <a:p>
            <a:pPr lvl="1"/>
            <a:r>
              <a:rPr lang="en-GB" altLang="en-US" dirty="0"/>
              <a:t>Second level</a:t>
            </a:r>
            <a:endParaRPr lang="en-GB" altLang="en-US" dirty="0"/>
          </a:p>
          <a:p>
            <a:pPr lvl="2"/>
            <a:r>
              <a:rPr lang="en-GB" altLang="en-US" dirty="0"/>
              <a:t>Third level</a:t>
            </a:r>
            <a:endParaRPr lang="en-GB" altLang="en-US" dirty="0"/>
          </a:p>
          <a:p>
            <a:pPr lvl="3"/>
            <a:r>
              <a:rPr lang="en-GB" altLang="en-US" dirty="0"/>
              <a:t>Fourth level</a:t>
            </a:r>
            <a:endParaRPr lang="en-GB" altLang="en-US" dirty="0"/>
          </a:p>
          <a:p>
            <a:pPr lvl="4"/>
            <a:r>
              <a:rPr lang="en-GB" altLang="en-US" dirty="0"/>
              <a:t>Fifth level</a:t>
            </a:r>
            <a:endParaRPr lang="en-US" altLang="en-US" dirty="0"/>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2.e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6.xml"/><Relationship Id="rId2" Type="http://schemas.openxmlformats.org/officeDocument/2006/relationships/image" Target="../media/image3.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A couple of women standing on a balcony&#10;&#10;AI-generated content may be incorrect."/>
          <p:cNvPicPr>
            <a:picLocks noGrp="1" noChangeAspect="1"/>
          </p:cNvPicPr>
          <p:nvPr>
            <p:ph type="pic" idx="10"/>
          </p:nvPr>
        </p:nvPicPr>
        <p:blipFill>
          <a:blip r:embed="rId1"/>
          <a:srcRect t="7813" b="7813"/>
          <a:stretch>
            <a:fillRect/>
          </a:stretch>
        </p:blipFill>
        <p:spPr>
          <a:xfrm>
            <a:off x="-1588" y="0"/>
            <a:ext cx="12192001" cy="6858000"/>
          </a:xfrm>
        </p:spPr>
      </p:pic>
      <p:sp>
        <p:nvSpPr>
          <p:cNvPr id="2" name="Text Placeholder 1"/>
          <p:cNvSpPr>
            <a:spLocks noGrp="1"/>
          </p:cNvSpPr>
          <p:nvPr>
            <p:ph type="body" sz="quarter" idx="11"/>
          </p:nvPr>
        </p:nvSpPr>
        <p:spPr/>
        <p:txBody>
          <a:bodyPr/>
          <a:lstStyle/>
          <a:p>
            <a:r>
              <a:rPr lang="en-US" altLang="en-US"/>
              <a:t>Teaching a Self-</a:t>
            </a:r>
            <a:endParaRPr lang="en-US" altLang="en-US"/>
          </a:p>
          <a:p>
            <a:r>
              <a:rPr lang="en-US" altLang="en-US"/>
              <a:t>Driving Car to</a:t>
            </a:r>
            <a:endParaRPr lang="en-US" altLang="en-US"/>
          </a:p>
          <a:p>
            <a:r>
              <a:rPr lang="en-US" altLang="en-US"/>
              <a:t>Cross Safely​</a:t>
            </a:r>
            <a:endParaRPr lang="en-US" altLang="en-US"/>
          </a:p>
        </p:txBody>
      </p:sp>
      <p:sp>
        <p:nvSpPr>
          <p:cNvPr id="9" name="Rectangle 8"/>
          <p:cNvSpPr>
            <a:spLocks noGrp="1" noRot="1" noMove="1" noResize="1" noEditPoints="1" noAdjustHandles="1" noChangeArrowheads="1" noChangeShapeType="1"/>
          </p:cNvSpPr>
          <p:nvPr/>
        </p:nvSpPr>
        <p:spPr>
          <a:xfrm>
            <a:off x="7034676" y="4532"/>
            <a:ext cx="470692" cy="6853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p:txBody>
          <a:bodyPr/>
          <a:lstStyle/>
          <a:p>
            <a:r>
              <a:rPr lang="en-US" altLang="en-GB">
                <a:latin typeface="UCL Sans"/>
              </a:rPr>
              <a:t>Jiaqi Xie</a:t>
            </a:r>
            <a:endParaRPr lang="en-US" altLang="en-GB">
              <a:latin typeface="UCL Sans"/>
            </a:endParaRPr>
          </a:p>
        </p:txBody>
      </p:sp>
      <p:sp>
        <p:nvSpPr>
          <p:cNvPr id="6" name="Text Placeholder 5"/>
          <p:cNvSpPr>
            <a:spLocks noGrp="1"/>
          </p:cNvSpPr>
          <p:nvPr>
            <p:ph type="body" idx="12"/>
          </p:nvPr>
        </p:nvSpPr>
        <p:spPr/>
        <p:txBody>
          <a:bodyPr/>
          <a:lstStyle/>
          <a:p>
            <a:r>
              <a:rPr lang="en-US" altLang="en-GB">
                <a:latin typeface="UCL Sans"/>
              </a:rPr>
              <a:t>25027138</a:t>
            </a:r>
            <a:endParaRPr lang="en-US" altLang="en-GB">
              <a:latin typeface="UCL Sans"/>
            </a:endParaRPr>
          </a:p>
        </p:txBody>
      </p:sp>
      <p:pic>
        <p:nvPicPr>
          <p:cNvPr id="4" name="Picture 3" descr="UCL logo, University College London"/>
          <p:cNvPicPr>
            <a:picLocks noChangeAspect="1"/>
          </p:cNvPicPr>
          <p:nvPr/>
        </p:nvPicPr>
        <p:blipFill>
          <a:blip r:embed="rId2"/>
          <a:stretch>
            <a:fillRect/>
          </a:stretch>
        </p:blipFill>
        <p:spPr>
          <a:xfrm>
            <a:off x="8937625" y="5653541"/>
            <a:ext cx="2843213" cy="798059"/>
          </a:xfrm>
          <a:prstGeom prst="rect">
            <a:avLst/>
          </a:prstGeom>
        </p:spPr>
      </p:pic>
      <p:sp>
        <p:nvSpPr>
          <p:cNvPr id="8" name="Rectangle 7"/>
          <p:cNvSpPr>
            <a:spLocks noGrp="1" noRot="1" noMove="1" noResize="1" noEditPoints="1" noAdjustHandles="1" noChangeArrowheads="1" noChangeShapeType="1"/>
          </p:cNvSpPr>
          <p:nvPr/>
        </p:nvSpPr>
        <p:spPr>
          <a:xfrm>
            <a:off x="1587" y="0"/>
            <a:ext cx="40957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1800" y="409575"/>
            <a:ext cx="11580495" cy="1009650"/>
          </a:xfrm>
        </p:spPr>
        <p:txBody>
          <a:bodyPr/>
          <a:lstStyle/>
          <a:p>
            <a:r>
              <a:rPr lang="en-GB">
                <a:latin typeface="UCL Sans SemiBold"/>
              </a:rPr>
              <a:t>Area of research</a:t>
            </a:r>
            <a:r>
              <a:rPr lang="en-US" altLang="en-GB">
                <a:latin typeface="UCL Sans SemiBold"/>
              </a:rPr>
              <a:t> </a:t>
            </a:r>
            <a:r>
              <a:rPr lang="en-GB">
                <a:latin typeface="UCL Sans SemiBold"/>
              </a:rPr>
              <a:t>- </a:t>
            </a:r>
            <a:r>
              <a:rPr lang="en-GB">
                <a:latin typeface="UCL Sans SemiBold"/>
                <a:sym typeface="+mn-ea"/>
              </a:rPr>
              <a:t>autonomous driving</a:t>
            </a:r>
            <a:endParaRPr lang="en-GB">
              <a:latin typeface="UCL Sans SemiBold"/>
            </a:endParaRPr>
          </a:p>
        </p:txBody>
      </p:sp>
      <p:sp>
        <p:nvSpPr>
          <p:cNvPr id="5" name="Text Placeholder 4"/>
          <p:cNvSpPr>
            <a:spLocks noGrp="1"/>
          </p:cNvSpPr>
          <p:nvPr>
            <p:ph type="body" sz="quarter" idx="11"/>
          </p:nvPr>
        </p:nvSpPr>
        <p:spPr>
          <a:xfrm>
            <a:off x="440690" y="1508760"/>
            <a:ext cx="6910705" cy="3528060"/>
          </a:xfrm>
        </p:spPr>
        <p:txBody>
          <a:bodyPr/>
          <a:lstStyle/>
          <a:p>
            <a:pPr>
              <a:defRPr sz="1500">
                <a:solidFill>
                  <a:srgbClr val="4B5563"/>
                </a:solidFill>
              </a:defRPr>
            </a:pPr>
            <a:r>
              <a:rPr lang="en-US" altLang="en-US" sz="1800">
                <a:solidFill>
                  <a:srgbClr val="111827"/>
                </a:solidFill>
                <a:sym typeface="+mn-ea"/>
              </a:rPr>
              <a:t>In this project, the self-driving car needs to cross an intersection while another vehicle may move in several possible ways. The car must observe the current traffic situation, predict what may happen next, and choose a safe action.</a:t>
            </a:r>
            <a:endParaRPr lang="en-US" altLang="en-US" sz="1800">
              <a:solidFill>
                <a:srgbClr val="111827"/>
              </a:solidFill>
              <a:sym typeface="+mn-ea"/>
            </a:endParaRPr>
          </a:p>
          <a:p>
            <a:pPr>
              <a:defRPr sz="1500">
                <a:solidFill>
                  <a:srgbClr val="4B5563"/>
                </a:solidFill>
              </a:defRPr>
            </a:pPr>
            <a:endParaRPr lang="en-US" altLang="en-US" sz="1800">
              <a:solidFill>
                <a:srgbClr val="111827"/>
              </a:solidFill>
              <a:sym typeface="+mn-ea"/>
            </a:endParaRPr>
          </a:p>
          <a:p>
            <a:pPr>
              <a:defRPr sz="1500">
                <a:solidFill>
                  <a:srgbClr val="4B5563"/>
                </a:solidFill>
              </a:defRPr>
            </a:pPr>
            <a:r>
              <a:rPr lang="en-US" altLang="en-US" sz="1800">
                <a:solidFill>
                  <a:srgbClr val="111827"/>
                </a:solidFill>
                <a:sym typeface="+mn-ea"/>
              </a:rPr>
              <a:t>This is a sequential decision-making problem: the car does not make one decision only. It repeatedly observes, predicts, plans, acts, and then updates its plan again.</a:t>
            </a:r>
            <a:endParaRPr lang="en-US" altLang="en-US" sz="1800">
              <a:solidFill>
                <a:srgbClr val="111827"/>
              </a:solidFill>
              <a:sym typeface="+mn-ea"/>
            </a:endParaRPr>
          </a:p>
          <a:p>
            <a:pPr>
              <a:defRPr sz="1500">
                <a:solidFill>
                  <a:srgbClr val="4B5563"/>
                </a:solidFill>
              </a:defRPr>
            </a:pPr>
            <a:endParaRPr>
              <a:solidFill>
                <a:srgbClr val="111827"/>
              </a:solidFill>
            </a:endParaRPr>
          </a:p>
          <a:p>
            <a:pPr>
              <a:defRPr sz="1500">
                <a:solidFill>
                  <a:srgbClr val="4B5563"/>
                </a:solidFill>
              </a:defRPr>
            </a:pPr>
            <a:endParaRPr lang="en-GB"/>
          </a:p>
        </p:txBody>
      </p:sp>
      <p:sp>
        <p:nvSpPr>
          <p:cNvPr id="17" name="Rounded Rectangle 16"/>
          <p:cNvSpPr/>
          <p:nvPr/>
        </p:nvSpPr>
        <p:spPr>
          <a:xfrm>
            <a:off x="868680" y="5035550"/>
            <a:ext cx="5595620" cy="658495"/>
          </a:xfrm>
          <a:prstGeom prst="roundRect">
            <a:avLst/>
          </a:prstGeom>
          <a:solidFill>
            <a:srgbClr val="DBEAFE"/>
          </a:solidFill>
          <a:ln>
            <a:solidFill>
              <a:srgbClr val="2563EB"/>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defRPr sz="1800" b="1">
                <a:solidFill>
                  <a:srgbClr val="172554"/>
                </a:solidFill>
              </a:defRPr>
            </a:pPr>
            <a:r>
              <a:t>Like crossing a road: look, think, then move.</a:t>
            </a:r>
          </a:p>
        </p:txBody>
      </p:sp>
      <p:sp>
        <p:nvSpPr>
          <p:cNvPr id="6" name="Rectangle 5"/>
          <p:cNvSpPr/>
          <p:nvPr/>
        </p:nvSpPr>
        <p:spPr>
          <a:xfrm>
            <a:off x="9289491" y="1417320"/>
            <a:ext cx="1126540" cy="4403750"/>
          </a:xfrm>
          <a:prstGeom prst="rect">
            <a:avLst/>
          </a:prstGeom>
          <a:solidFill>
            <a:srgbClr val="374151"/>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99680" y="3055924"/>
            <a:ext cx="4403750" cy="1126540"/>
          </a:xfrm>
          <a:prstGeom prst="rect">
            <a:avLst/>
          </a:prstGeom>
          <a:solidFill>
            <a:srgbClr val="374151"/>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04505" y="3588471"/>
            <a:ext cx="460857" cy="51206"/>
          </a:xfrm>
          <a:prstGeom prst="rect">
            <a:avLst/>
          </a:prstGeom>
          <a:solidFill>
            <a:srgbClr val="FBBF24"/>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26220" y="3588471"/>
            <a:ext cx="460857" cy="51206"/>
          </a:xfrm>
          <a:prstGeom prst="rect">
            <a:avLst/>
          </a:prstGeom>
          <a:solidFill>
            <a:srgbClr val="FBBF24"/>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47936" y="3588471"/>
            <a:ext cx="460857" cy="51206"/>
          </a:xfrm>
          <a:prstGeom prst="rect">
            <a:avLst/>
          </a:prstGeom>
          <a:solidFill>
            <a:srgbClr val="FBBF24"/>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69651" y="3588471"/>
            <a:ext cx="460857" cy="51206"/>
          </a:xfrm>
          <a:prstGeom prst="rect">
            <a:avLst/>
          </a:prstGeom>
          <a:solidFill>
            <a:srgbClr val="FBBF24"/>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60537" y="3363163"/>
            <a:ext cx="798819" cy="409651"/>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EGO</a:t>
            </a:r>
          </a:p>
        </p:txBody>
      </p:sp>
      <p:sp>
        <p:nvSpPr>
          <p:cNvPr id="13" name="Rounded Rectangle 12"/>
          <p:cNvSpPr/>
          <p:nvPr/>
        </p:nvSpPr>
        <p:spPr>
          <a:xfrm>
            <a:off x="9647936" y="1929384"/>
            <a:ext cx="563270" cy="563270"/>
          </a:xfrm>
          <a:prstGeom prst="round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TV</a:t>
            </a:r>
          </a:p>
        </p:txBody>
      </p:sp>
      <p:cxnSp>
        <p:nvCxnSpPr>
          <p:cNvPr id="14" name="Connector 13"/>
          <p:cNvCxnSpPr/>
          <p:nvPr/>
        </p:nvCxnSpPr>
        <p:spPr>
          <a:xfrm>
            <a:off x="9903968" y="2492654"/>
            <a:ext cx="0" cy="972922"/>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03968" y="2492654"/>
            <a:ext cx="0" cy="1433779"/>
          </a:xfrm>
          <a:prstGeom prst="line">
            <a:avLst/>
          </a:prstGeom>
          <a:ln w="25400">
            <a:solidFill>
              <a:srgbClr val="F9731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03968" y="2492654"/>
            <a:ext cx="0" cy="1894637"/>
          </a:xfrm>
          <a:prstGeom prst="line">
            <a:avLst/>
          </a:prstGeom>
          <a:ln w="25400">
            <a:solidFill>
              <a:srgbClr val="DC2626"/>
            </a:solidFill>
          </a:ln>
        </p:spPr>
        <p:style>
          <a:lnRef idx="2">
            <a:schemeClr val="accent1"/>
          </a:lnRef>
          <a:fillRef idx="0">
            <a:schemeClr val="accent1"/>
          </a:fillRef>
          <a:effectRef idx="1">
            <a:schemeClr val="accent1"/>
          </a:effectRef>
          <a:fontRef idx="minor">
            <a:schemeClr val="tx1"/>
          </a:fontRef>
        </p:style>
      </p:cxnSp>
      <p:sp>
        <p:nvSpPr>
          <p:cNvPr id="4" name="Arc 3"/>
          <p:cNvSpPr/>
          <p:nvPr/>
        </p:nvSpPr>
        <p:spPr>
          <a:xfrm>
            <a:off x="8099425" y="3543300"/>
            <a:ext cx="1652270" cy="1998345"/>
          </a:xfrm>
          <a:prstGeom prst="arc">
            <a:avLst/>
          </a:prstGeom>
          <a:noFill/>
          <a:ln>
            <a:solidFill>
              <a:srgbClr val="C00000"/>
            </a:solidFill>
          </a:ln>
          <a:effectLst/>
          <a:extLst>
            <a:ext uri="{909E8E84-426E-40DD-AFC4-6F175D3DCCD1}">
              <a14:hiddenFill xmlns:a14="http://schemas.microsoft.com/office/drawing/2010/main">
                <a:solidFill>
                  <a:srgbClr val="C00000"/>
                </a:solidFill>
              </a14:hiddenFill>
            </a:ext>
          </a:extLst>
        </p:spPr>
        <p:style>
          <a:lnRef idx="2">
            <a:schemeClr val="accent1"/>
          </a:lnRef>
          <a:fillRef idx="0">
            <a:srgbClr val="FFFFFF"/>
          </a:fillRef>
          <a:effectRef idx="0">
            <a:srgbClr val="FFFFFF"/>
          </a:effectRef>
          <a:fontRef idx="minor">
            <a:schemeClr val="tx1"/>
          </a:fontRef>
        </p:style>
        <p:txBody>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latin typeface="UCL Sans SemiBold"/>
              </a:rPr>
              <a:t>Problem</a:t>
            </a:r>
            <a:endParaRPr lang="en-US"/>
          </a:p>
        </p:txBody>
      </p:sp>
      <p:sp>
        <p:nvSpPr>
          <p:cNvPr id="3" name="Text Placeholder 2"/>
          <p:cNvSpPr>
            <a:spLocks noGrp="1"/>
          </p:cNvSpPr>
          <p:nvPr>
            <p:ph type="body" sz="quarter" idx="11"/>
          </p:nvPr>
        </p:nvSpPr>
        <p:spPr>
          <a:xfrm>
            <a:off x="440690" y="1157605"/>
            <a:ext cx="11522075" cy="4904740"/>
          </a:xfrm>
        </p:spPr>
        <p:txBody>
          <a:bodyPr/>
          <a:lstStyle/>
          <a:p>
            <a:r>
              <a:rPr lang="en-US" altLang="en-US" dirty="0"/>
              <a:t>One Predicted Future Is Not Enough, and t</a:t>
            </a:r>
            <a:r>
              <a:rPr lang="en-US" altLang="en-US" dirty="0">
                <a:sym typeface="+mn-ea"/>
              </a:rPr>
              <a:t>he key problem is uncertainty.</a:t>
            </a:r>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At an intersection, another car may continue forward, slow down, or move slightly differently from what we expect. If the self-driving car plans using only one predicted future, it may become over-confident and choose a risky action.</a:t>
            </a:r>
            <a:endParaRPr lang="en-US" altLang="en-US" dirty="0"/>
          </a:p>
          <a:p>
            <a:r>
              <a:rPr lang="en-US" altLang="en-US" dirty="0"/>
              <a:t>The challenge is not only to follow a route, but to make a safe decision when several different futures are possible.</a:t>
            </a:r>
            <a:endParaRPr lang="en-US" altLang="en-US" dirty="0"/>
          </a:p>
        </p:txBody>
      </p:sp>
      <p:sp>
        <p:nvSpPr>
          <p:cNvPr id="5" name="Rounded Rectangle 4"/>
          <p:cNvSpPr/>
          <p:nvPr/>
        </p:nvSpPr>
        <p:spPr>
          <a:xfrm>
            <a:off x="1076960" y="1814830"/>
            <a:ext cx="4297680" cy="502920"/>
          </a:xfrm>
          <a:prstGeom prst="roundRect">
            <a:avLst/>
          </a:prstGeom>
          <a:solidFill>
            <a:srgbClr val="FEE2E2"/>
          </a:solidFill>
          <a:ln>
            <a:solidFill>
              <a:srgbClr val="DC2626"/>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defRPr sz="1700" b="1">
                <a:solidFill>
                  <a:srgbClr val="DC2626"/>
                </a:solidFill>
              </a:defRPr>
            </a:pPr>
            <a:r>
              <a:t>One guessed future</a:t>
            </a:r>
          </a:p>
        </p:txBody>
      </p:sp>
      <p:sp>
        <p:nvSpPr>
          <p:cNvPr id="6" name="Rectangle 5"/>
          <p:cNvSpPr/>
          <p:nvPr/>
        </p:nvSpPr>
        <p:spPr>
          <a:xfrm>
            <a:off x="1762760" y="2637790"/>
            <a:ext cx="2834640" cy="658368"/>
          </a:xfrm>
          <a:prstGeom prst="rect">
            <a:avLst/>
          </a:prstGeom>
          <a:solidFill>
            <a:srgbClr val="374151"/>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37080" y="2756662"/>
            <a:ext cx="82296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EGO</a:t>
            </a:r>
          </a:p>
        </p:txBody>
      </p:sp>
      <p:sp>
        <p:nvSpPr>
          <p:cNvPr id="8" name="Rounded Rectangle 7"/>
          <p:cNvSpPr/>
          <p:nvPr/>
        </p:nvSpPr>
        <p:spPr>
          <a:xfrm>
            <a:off x="3545840" y="2756662"/>
            <a:ext cx="594360" cy="384048"/>
          </a:xfrm>
          <a:prstGeom prst="round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TV</a:t>
            </a:r>
          </a:p>
        </p:txBody>
      </p:sp>
      <p:cxnSp>
        <p:nvCxnSpPr>
          <p:cNvPr id="9" name="Connector 8"/>
          <p:cNvCxnSpPr/>
          <p:nvPr/>
        </p:nvCxnSpPr>
        <p:spPr>
          <a:xfrm>
            <a:off x="4140200" y="2939542"/>
            <a:ext cx="731520" cy="0"/>
          </a:xfrm>
          <a:prstGeom prst="line">
            <a:avLst/>
          </a:prstGeom>
          <a:ln w="38100">
            <a:solidFill>
              <a:srgbClr val="DC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625600" y="3643630"/>
            <a:ext cx="3108960" cy="274320"/>
          </a:xfrm>
          <a:prstGeom prst="rect">
            <a:avLst/>
          </a:prstGeom>
          <a:noFill/>
        </p:spPr>
        <p:txBody>
          <a:bodyPr wrap="none" anchor="ctr">
            <a:spAutoFit/>
          </a:bodyPr>
          <a:lstStyle/>
          <a:p>
            <a:pPr algn="ctr">
              <a:defRPr sz="1800" b="1">
                <a:solidFill>
                  <a:srgbClr val="DC2626"/>
                </a:solidFill>
              </a:defRPr>
            </a:pPr>
            <a:r>
              <a:t>Too confident</a:t>
            </a:r>
          </a:p>
        </p:txBody>
      </p:sp>
      <p:sp>
        <p:nvSpPr>
          <p:cNvPr id="11" name="Rounded Rectangle 10"/>
          <p:cNvSpPr/>
          <p:nvPr/>
        </p:nvSpPr>
        <p:spPr>
          <a:xfrm>
            <a:off x="6654800" y="1814830"/>
            <a:ext cx="4297680" cy="502920"/>
          </a:xfrm>
          <a:prstGeom prst="round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defRPr sz="1700" b="1">
                <a:solidFill>
                  <a:srgbClr val="172554"/>
                </a:solidFill>
              </a:defRPr>
            </a:pPr>
            <a:r>
              <a:t>Several possible futures</a:t>
            </a:r>
          </a:p>
        </p:txBody>
      </p:sp>
      <p:sp>
        <p:nvSpPr>
          <p:cNvPr id="12" name="Rectangle 11"/>
          <p:cNvSpPr/>
          <p:nvPr/>
        </p:nvSpPr>
        <p:spPr>
          <a:xfrm>
            <a:off x="7340600" y="2637790"/>
            <a:ext cx="2834640" cy="658368"/>
          </a:xfrm>
          <a:prstGeom prst="rect">
            <a:avLst/>
          </a:prstGeom>
          <a:solidFill>
            <a:srgbClr val="374151"/>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14920" y="2756662"/>
            <a:ext cx="82296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EGO</a:t>
            </a:r>
          </a:p>
        </p:txBody>
      </p:sp>
      <p:sp>
        <p:nvSpPr>
          <p:cNvPr id="14" name="Rounded Rectangle 13"/>
          <p:cNvSpPr/>
          <p:nvPr/>
        </p:nvSpPr>
        <p:spPr>
          <a:xfrm>
            <a:off x="9123680" y="2756662"/>
            <a:ext cx="594360" cy="384048"/>
          </a:xfrm>
          <a:prstGeom prst="round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TV</a:t>
            </a:r>
          </a:p>
        </p:txBody>
      </p:sp>
      <p:cxnSp>
        <p:nvCxnSpPr>
          <p:cNvPr id="15" name="Connector 14"/>
          <p:cNvCxnSpPr/>
          <p:nvPr/>
        </p:nvCxnSpPr>
        <p:spPr>
          <a:xfrm flipV="1">
            <a:off x="9718040" y="2409190"/>
            <a:ext cx="685800" cy="530352"/>
          </a:xfrm>
          <a:prstGeom prst="line">
            <a:avLst/>
          </a:prstGeom>
          <a:ln w="3810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18040" y="2939542"/>
            <a:ext cx="777240" cy="0"/>
          </a:xfrm>
          <a:prstGeom prst="line">
            <a:avLst/>
          </a:prstGeom>
          <a:ln w="38100">
            <a:solidFill>
              <a:srgbClr val="F9731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18040" y="2939542"/>
            <a:ext cx="685800" cy="521208"/>
          </a:xfrm>
          <a:prstGeom prst="line">
            <a:avLst/>
          </a:prstGeom>
          <a:ln w="38100">
            <a:solidFill>
              <a:srgbClr val="DC262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77760" y="3643630"/>
            <a:ext cx="3108960" cy="274320"/>
          </a:xfrm>
          <a:prstGeom prst="rect">
            <a:avLst/>
          </a:prstGeom>
          <a:noFill/>
        </p:spPr>
        <p:txBody>
          <a:bodyPr wrap="none" anchor="ctr">
            <a:spAutoFit/>
          </a:bodyPr>
          <a:lstStyle/>
          <a:p>
            <a:pPr algn="ctr">
              <a:defRPr sz="1800" b="1">
                <a:solidFill>
                  <a:srgbClr val="16A34A"/>
                </a:solidFill>
              </a:defRPr>
            </a:pPr>
            <a:r>
              <a:t>More careful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latin typeface="UCL Sans SemiBold"/>
              </a:rPr>
              <a:t>Significance</a:t>
            </a:r>
            <a:endParaRPr lang="en-US"/>
          </a:p>
        </p:txBody>
      </p:sp>
      <p:sp>
        <p:nvSpPr>
          <p:cNvPr id="3" name="Text Placeholder 2"/>
          <p:cNvSpPr>
            <a:spLocks noGrp="1"/>
          </p:cNvSpPr>
          <p:nvPr>
            <p:ph type="body" sz="quarter" idx="11"/>
          </p:nvPr>
        </p:nvSpPr>
        <p:spPr>
          <a:xfrm>
            <a:off x="440690" y="1155065"/>
            <a:ext cx="11257915" cy="3528060"/>
          </a:xfrm>
        </p:spPr>
        <p:txBody>
          <a:bodyPr/>
          <a:lstStyle/>
          <a:p>
            <a:pPr>
              <a:defRPr sz="1500">
                <a:solidFill>
                  <a:srgbClr val="4B5563"/>
                </a:solidFill>
              </a:defRPr>
            </a:pPr>
            <a:r>
              <a:rPr lang="en-US" altLang="en-US" sz="1800" dirty="0"/>
              <a:t>Solving this problem helps autonomous vehicles become safer, less hesitant, and more comfortable in complex traffic.</a:t>
            </a:r>
            <a:endParaRPr lang="en-US" altLang="en-US" sz="1800" dirty="0"/>
          </a:p>
        </p:txBody>
      </p:sp>
      <p:sp>
        <p:nvSpPr>
          <p:cNvPr id="5" name="Rounded Rectangle 4"/>
          <p:cNvSpPr/>
          <p:nvPr/>
        </p:nvSpPr>
        <p:spPr>
          <a:xfrm>
            <a:off x="1097280" y="1955800"/>
            <a:ext cx="2560320" cy="1097280"/>
          </a:xfrm>
          <a:prstGeom prst="round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defRPr sz="2800" b="1">
                <a:solidFill>
                  <a:srgbClr val="172554"/>
                </a:solidFill>
              </a:defRPr>
            </a:pPr>
            <a:r>
              <a:t>Safe</a:t>
            </a:r>
          </a:p>
        </p:txBody>
      </p:sp>
      <p:sp>
        <p:nvSpPr>
          <p:cNvPr id="6" name="Rounded Rectangle 5"/>
          <p:cNvSpPr/>
          <p:nvPr/>
        </p:nvSpPr>
        <p:spPr>
          <a:xfrm>
            <a:off x="4754880" y="1955800"/>
            <a:ext cx="2560320" cy="1097280"/>
          </a:xfrm>
          <a:prstGeom prst="roundRect">
            <a:avLst/>
          </a:prstGeom>
          <a:solidFill>
            <a:srgbClr val="DBEAFE"/>
          </a:solidFill>
          <a:ln>
            <a:solidFill>
              <a:srgbClr val="2563EB"/>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defRPr sz="2800" b="1">
                <a:solidFill>
                  <a:srgbClr val="172554"/>
                </a:solidFill>
              </a:defRPr>
            </a:pPr>
            <a:r>
              <a:t>Keep moving</a:t>
            </a:r>
          </a:p>
        </p:txBody>
      </p:sp>
      <p:sp>
        <p:nvSpPr>
          <p:cNvPr id="7" name="Rounded Rectangle 6"/>
          <p:cNvSpPr/>
          <p:nvPr/>
        </p:nvSpPr>
        <p:spPr>
          <a:xfrm>
            <a:off x="8412480" y="1955800"/>
            <a:ext cx="2560320" cy="1097280"/>
          </a:xfrm>
          <a:prstGeom prst="roundRect">
            <a:avLst/>
          </a:prstGeom>
          <a:solidFill>
            <a:srgbClr val="FFEDD5"/>
          </a:solidFill>
          <a:ln>
            <a:solidFill>
              <a:srgbClr val="F97316"/>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defRPr sz="2800" b="1">
                <a:solidFill>
                  <a:srgbClr val="172554"/>
                </a:solidFill>
              </a:defRPr>
            </a:pPr>
            <a:r>
              <a:t>Smooth ride</a:t>
            </a:r>
          </a:p>
        </p:txBody>
      </p:sp>
      <p:sp>
        <p:nvSpPr>
          <p:cNvPr id="8" name="TextBox 7"/>
          <p:cNvSpPr txBox="1"/>
          <p:nvPr/>
        </p:nvSpPr>
        <p:spPr>
          <a:xfrm>
            <a:off x="422910" y="3318510"/>
            <a:ext cx="11219180" cy="2999740"/>
          </a:xfrm>
          <a:prstGeom prst="rect">
            <a:avLst/>
          </a:prstGeom>
          <a:noFill/>
        </p:spPr>
        <p:txBody>
          <a:bodyPr wrap="square">
            <a:spAutoFit/>
          </a:bodyPr>
          <a:lstStyle/>
          <a:p>
            <a:pPr marL="0">
              <a:spcAft>
                <a:spcPts val="900"/>
              </a:spcAft>
              <a:defRPr sz="2200">
                <a:solidFill>
                  <a:srgbClr val="111827"/>
                </a:solidFill>
              </a:defRPr>
            </a:pPr>
            <a:r>
              <a:rPr lang="en-US" altLang="en-US" sz="1800">
                <a:latin typeface="UCL Sans" pitchFamily="2" charset="77"/>
              </a:rPr>
              <a:t>Intersections are important because vehicles interact closely and decisions must be made quickly.</a:t>
            </a:r>
            <a:endParaRPr lang="en-US" altLang="en-US" sz="1800">
              <a:latin typeface="UCL Sans" pitchFamily="2" charset="77"/>
            </a:endParaRPr>
          </a:p>
          <a:p>
            <a:pPr marL="0">
              <a:spcAft>
                <a:spcPts val="900"/>
              </a:spcAft>
              <a:defRPr sz="2200">
                <a:solidFill>
                  <a:srgbClr val="111827"/>
                </a:solidFill>
              </a:defRPr>
            </a:pPr>
            <a:r>
              <a:rPr lang="en-US" altLang="en-US" sz="1800">
                <a:latin typeface="UCL Sans" pitchFamily="2" charset="77"/>
              </a:rPr>
              <a:t>A good autonomous vehicle should satisfy three goals at the same time:</a:t>
            </a:r>
            <a:endParaRPr lang="en-US" altLang="en-US" sz="1800">
              <a:latin typeface="UCL Sans" pitchFamily="2" charset="77"/>
            </a:endParaRPr>
          </a:p>
          <a:p>
            <a:pPr marL="285750" indent="-285750">
              <a:spcAft>
                <a:spcPts val="900"/>
              </a:spcAft>
              <a:buFont typeface="Arial" panose="020B0604020202090204" pitchFamily="34" charset="0"/>
              <a:buChar char="•"/>
              <a:defRPr sz="2200">
                <a:solidFill>
                  <a:srgbClr val="111827"/>
                </a:solidFill>
              </a:defRPr>
            </a:pPr>
            <a:r>
              <a:rPr lang="en-US" altLang="en-US" sz="1800">
                <a:latin typeface="UCL Sans" pitchFamily="2" charset="77"/>
              </a:rPr>
              <a:t>Safety: avoid collision.</a:t>
            </a:r>
            <a:endParaRPr lang="en-US" altLang="en-US" sz="1800">
              <a:latin typeface="UCL Sans" pitchFamily="2" charset="77"/>
            </a:endParaRPr>
          </a:p>
          <a:p>
            <a:pPr marL="285750" indent="-285750">
              <a:spcAft>
                <a:spcPts val="900"/>
              </a:spcAft>
              <a:buFont typeface="Arial" panose="020B0604020202090204" pitchFamily="34" charset="0"/>
              <a:buChar char="•"/>
              <a:defRPr sz="2200">
                <a:solidFill>
                  <a:srgbClr val="111827"/>
                </a:solidFill>
              </a:defRPr>
            </a:pPr>
            <a:r>
              <a:rPr lang="en-US" altLang="en-US" sz="1800">
                <a:latin typeface="UCL Sans" pitchFamily="2" charset="77"/>
              </a:rPr>
              <a:t>Progress: keep moving instead of stopping unnecessarily.</a:t>
            </a:r>
            <a:endParaRPr lang="en-US" altLang="en-US" sz="1800">
              <a:latin typeface="UCL Sans" pitchFamily="2" charset="77"/>
            </a:endParaRPr>
          </a:p>
          <a:p>
            <a:pPr marL="285750" indent="-285750">
              <a:spcAft>
                <a:spcPts val="900"/>
              </a:spcAft>
              <a:buFont typeface="Arial" panose="020B0604020202090204" pitchFamily="34" charset="0"/>
              <a:buChar char="•"/>
              <a:defRPr sz="2200">
                <a:solidFill>
                  <a:srgbClr val="111827"/>
                </a:solidFill>
              </a:defRPr>
            </a:pPr>
            <a:r>
              <a:rPr lang="en-US" altLang="en-US" sz="1800">
                <a:latin typeface="UCL Sans" pitchFamily="2" charset="77"/>
              </a:rPr>
              <a:t>Comfort: avoid sudden or rough control actions.</a:t>
            </a:r>
            <a:endParaRPr lang="en-US" altLang="en-US" sz="1800">
              <a:latin typeface="UCL Sans" pitchFamily="2" charset="77"/>
            </a:endParaRPr>
          </a:p>
          <a:p>
            <a:pPr marL="0">
              <a:spcAft>
                <a:spcPts val="900"/>
              </a:spcAft>
              <a:defRPr sz="2200">
                <a:solidFill>
                  <a:srgbClr val="111827"/>
                </a:solidFill>
              </a:defRPr>
            </a:pPr>
            <a:endParaRPr lang="en-US" altLang="en-US" sz="1800">
              <a:latin typeface="UCL Sans" pitchFamily="2" charset="77"/>
            </a:endParaRPr>
          </a:p>
          <a:p>
            <a:pPr marL="0">
              <a:spcAft>
                <a:spcPts val="900"/>
              </a:spcAft>
              <a:defRPr sz="2200">
                <a:solidFill>
                  <a:srgbClr val="111827"/>
                </a:solidFill>
              </a:defRPr>
            </a:pPr>
            <a:r>
              <a:rPr lang="en-US" altLang="en-US" sz="1800">
                <a:solidFill>
                  <a:srgbClr val="FF0000"/>
                </a:solidFill>
                <a:latin typeface="UCL Sans" pitchFamily="2" charset="77"/>
              </a:rPr>
              <a:t>If this problem is solved, autonomous vehicles can handle more complex urban driving situations with better safety and reliability.</a:t>
            </a:r>
            <a:endParaRPr lang="en-US" altLang="en-US" sz="1800">
              <a:solidFill>
                <a:srgbClr val="FF0000"/>
              </a:solidFill>
              <a:latin typeface="UCL Sans" pitchFamily="2" charset="7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latin typeface="UCL Sans SemiBold"/>
              </a:rPr>
              <a:t>State of the art</a:t>
            </a:r>
            <a:endParaRPr lang="en-US" dirty="0"/>
          </a:p>
        </p:txBody>
      </p:sp>
      <p:sp>
        <p:nvSpPr>
          <p:cNvPr id="5" name="TextBox 4"/>
          <p:cNvSpPr txBox="1"/>
          <p:nvPr/>
        </p:nvSpPr>
        <p:spPr>
          <a:xfrm>
            <a:off x="822960" y="1874520"/>
            <a:ext cx="4638675" cy="2261235"/>
          </a:xfrm>
          <a:prstGeom prst="rect">
            <a:avLst/>
          </a:prstGeom>
          <a:noFill/>
        </p:spPr>
        <p:txBody>
          <a:bodyPr wrap="square">
            <a:spAutoFit/>
          </a:bodyPr>
          <a:lstStyle/>
          <a:p>
            <a:pPr marL="0" indent="0">
              <a:spcAft>
                <a:spcPts val="600"/>
              </a:spcAft>
              <a:buFont typeface="Arial" panose="020B0604020202090204" pitchFamily="34" charset="0"/>
              <a:buNone/>
              <a:defRPr sz="1700">
                <a:solidFill>
                  <a:srgbClr val="111827"/>
                </a:solidFill>
              </a:defRPr>
            </a:pPr>
            <a:r>
              <a:rPr lang="en-US" altLang="en-US" sz="1800">
                <a:latin typeface="UCL Sans" pitchFamily="2" charset="77"/>
              </a:rPr>
              <a:t>Existing autonomous driving methods have made strong progress in:</a:t>
            </a:r>
            <a:endParaRPr lang="en-US" altLang="en-US" sz="1800">
              <a:latin typeface="UCL Sans" pitchFamily="2" charset="77"/>
            </a:endParaRPr>
          </a:p>
          <a:p>
            <a:pPr marL="285750" indent="-285750">
              <a:spcAft>
                <a:spcPts val="600"/>
              </a:spcAft>
              <a:buFont typeface="Arial" panose="020B0604020202090204" pitchFamily="34" charset="0"/>
              <a:buChar char="•"/>
              <a:defRPr sz="1700">
                <a:solidFill>
                  <a:srgbClr val="111827"/>
                </a:solidFill>
              </a:defRPr>
            </a:pPr>
            <a:r>
              <a:rPr lang="en-US" altLang="en-US" sz="1800">
                <a:latin typeface="UCL Sans" pitchFamily="2" charset="77"/>
              </a:rPr>
              <a:t>Route following and obstacle avoidance.</a:t>
            </a:r>
            <a:endParaRPr lang="en-US" altLang="en-US" sz="1800">
              <a:latin typeface="UCL Sans" pitchFamily="2" charset="77"/>
            </a:endParaRPr>
          </a:p>
          <a:p>
            <a:pPr marL="285750" indent="-285750">
              <a:spcAft>
                <a:spcPts val="600"/>
              </a:spcAft>
              <a:buFont typeface="Arial" panose="020B0604020202090204" pitchFamily="34" charset="0"/>
              <a:buChar char="•"/>
              <a:defRPr sz="1700">
                <a:solidFill>
                  <a:srgbClr val="111827"/>
                </a:solidFill>
              </a:defRPr>
            </a:pPr>
            <a:r>
              <a:rPr lang="en-US" altLang="en-US" sz="1800">
                <a:latin typeface="UCL Sans" pitchFamily="2" charset="77"/>
              </a:rPr>
              <a:t>Predicting nearby vehicles.</a:t>
            </a:r>
            <a:endParaRPr lang="en-US" altLang="en-US" sz="1800">
              <a:latin typeface="UCL Sans" pitchFamily="2" charset="77"/>
            </a:endParaRPr>
          </a:p>
          <a:p>
            <a:pPr marL="285750" indent="-285750">
              <a:spcAft>
                <a:spcPts val="600"/>
              </a:spcAft>
              <a:buFont typeface="Arial" panose="020B0604020202090204" pitchFamily="34" charset="0"/>
              <a:buChar char="•"/>
              <a:defRPr sz="1700">
                <a:solidFill>
                  <a:srgbClr val="111827"/>
                </a:solidFill>
              </a:defRPr>
            </a:pPr>
            <a:r>
              <a:rPr lang="en-US" altLang="en-US" sz="1800">
                <a:latin typeface="UCL Sans" pitchFamily="2" charset="77"/>
              </a:rPr>
              <a:t>Producing multiple possible future trajectories.</a:t>
            </a:r>
            <a:endParaRPr lang="en-US" altLang="en-US" sz="1800">
              <a:latin typeface="UCL Sans" pitchFamily="2" charset="77"/>
            </a:endParaRPr>
          </a:p>
        </p:txBody>
      </p:sp>
      <p:sp>
        <p:nvSpPr>
          <p:cNvPr id="7" name="TextBox 6"/>
          <p:cNvSpPr txBox="1"/>
          <p:nvPr/>
        </p:nvSpPr>
        <p:spPr>
          <a:xfrm>
            <a:off x="6492240" y="1874519"/>
            <a:ext cx="4297680" cy="1276350"/>
          </a:xfrm>
          <a:prstGeom prst="rect">
            <a:avLst/>
          </a:prstGeom>
          <a:noFill/>
        </p:spPr>
        <p:txBody>
          <a:bodyPr wrap="square">
            <a:spAutoFit/>
          </a:bodyPr>
          <a:lstStyle/>
          <a:p>
            <a:pPr>
              <a:spcAft>
                <a:spcPts val="600"/>
              </a:spcAft>
              <a:defRPr sz="1700">
                <a:solidFill>
                  <a:srgbClr val="111827"/>
                </a:solidFill>
              </a:defRPr>
            </a:pPr>
            <a:r>
              <a:rPr lang="en-US" altLang="en-US" sz="1800">
                <a:latin typeface="UCL Sans" pitchFamily="2" charset="77"/>
              </a:rPr>
              <a:t>Remaining gap:</a:t>
            </a:r>
            <a:endParaRPr lang="en-US" altLang="en-US" sz="1800">
              <a:latin typeface="UCL Sans" pitchFamily="2" charset="77"/>
            </a:endParaRPr>
          </a:p>
          <a:p>
            <a:pPr marL="285750" indent="-285750">
              <a:spcAft>
                <a:spcPts val="600"/>
              </a:spcAft>
              <a:buFont typeface="Arial" panose="020B0604020202090204" pitchFamily="34" charset="0"/>
              <a:buChar char="•"/>
              <a:defRPr sz="1700">
                <a:solidFill>
                  <a:srgbClr val="111827"/>
                </a:solidFill>
              </a:defRPr>
            </a:pPr>
            <a:r>
              <a:rPr lang="en-US" altLang="en-US" sz="1800">
                <a:latin typeface="UCL Sans" pitchFamily="2" charset="77"/>
              </a:rPr>
              <a:t>Prediction gives possible futures, but the controller still needs to use them safely.</a:t>
            </a:r>
            <a:endParaRPr lang="en-US" altLang="en-US" sz="1800">
              <a:latin typeface="UCL Sans" pitchFamily="2" charset="77"/>
            </a:endParaRPr>
          </a:p>
        </p:txBody>
      </p:sp>
      <p:sp>
        <p:nvSpPr>
          <p:cNvPr id="8" name="Rounded Rectangle 7"/>
          <p:cNvSpPr/>
          <p:nvPr/>
        </p:nvSpPr>
        <p:spPr>
          <a:xfrm>
            <a:off x="842645" y="4307840"/>
            <a:ext cx="3317875" cy="56515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wrap="square" lIns="164592" tIns="91440" rIns="164592" bIns="73152" rtlCol="0" anchor="ctr"/>
          <a:lstStyle/>
          <a:p>
            <a:pPr algn="l">
              <a:defRPr sz="1500">
                <a:solidFill>
                  <a:srgbClr val="111827"/>
                </a:solidFill>
              </a:defRPr>
            </a:pPr>
            <a:r>
              <a:rPr lang="en-US" altLang="en-US" sz="1800">
                <a:latin typeface="UCL Sans" pitchFamily="2" charset="77"/>
              </a:rPr>
              <a:t>What I want to introduce</a:t>
            </a:r>
            <a:endParaRPr lang="en-US" altLang="en-US" sz="1800">
              <a:latin typeface="UCL Sans" pitchFamily="2" charset="77"/>
            </a:endParaRPr>
          </a:p>
        </p:txBody>
      </p:sp>
      <p:sp>
        <p:nvSpPr>
          <p:cNvPr id="4" name="Rounded Rectangle 3"/>
          <p:cNvSpPr/>
          <p:nvPr/>
        </p:nvSpPr>
        <p:spPr>
          <a:xfrm>
            <a:off x="731520" y="1234440"/>
            <a:ext cx="3840480" cy="502920"/>
          </a:xfrm>
          <a:prstGeom prst="roundRect">
            <a:avLst/>
          </a:prstGeom>
          <a:solidFill>
            <a:srgbClr val="FFEDD5"/>
          </a:solidFill>
          <a:ln>
            <a:solidFill>
              <a:srgbClr val="F9731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72554"/>
                </a:solidFill>
              </a:defRPr>
            </a:pPr>
            <a:r>
              <a:t>What existing methods often do</a:t>
            </a:r>
          </a:p>
        </p:txBody>
      </p:sp>
      <p:sp>
        <p:nvSpPr>
          <p:cNvPr id="6" name="Rounded Rectangle 5"/>
          <p:cNvSpPr/>
          <p:nvPr/>
        </p:nvSpPr>
        <p:spPr>
          <a:xfrm>
            <a:off x="6400800" y="1234440"/>
            <a:ext cx="3840480" cy="502920"/>
          </a:xfrm>
          <a:prstGeom prst="round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72554"/>
                </a:solidFill>
              </a:defRPr>
            </a:pPr>
            <a:r>
              <a:rPr lang="en-US"/>
              <a:t>Remaining </a:t>
            </a:r>
            <a:r>
              <a:rPr lang="en-US"/>
              <a:t>Gap</a:t>
            </a:r>
            <a:endParaRPr lang="en-US"/>
          </a:p>
        </p:txBody>
      </p:sp>
      <p:sp>
        <p:nvSpPr>
          <p:cNvPr id="3" name="Text Box 2"/>
          <p:cNvSpPr txBox="1"/>
          <p:nvPr/>
        </p:nvSpPr>
        <p:spPr>
          <a:xfrm>
            <a:off x="822325" y="5071110"/>
            <a:ext cx="10763885" cy="1875790"/>
          </a:xfrm>
          <a:prstGeom prst="rect">
            <a:avLst/>
          </a:prstGeom>
          <a:noFill/>
        </p:spPr>
        <p:txBody>
          <a:bodyPr wrap="square" rtlCol="0" anchor="t">
            <a:noAutofit/>
          </a:bodyPr>
          <a:p>
            <a:pPr marL="285750" indent="-285750">
              <a:buFont typeface="Arial" panose="020B0604020202090204" pitchFamily="34" charset="0"/>
              <a:buChar char="•"/>
            </a:pPr>
            <a:r>
              <a:rPr lang="en-US" altLang="en-US" sz="1800">
                <a:solidFill>
                  <a:srgbClr val="111827"/>
                </a:solidFill>
                <a:latin typeface="UCL Sans" pitchFamily="2" charset="77"/>
              </a:rPr>
              <a:t>Use several predicted futures.</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Give future behaviours a safety budget.</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Re-plan after every new observation.</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Choose actions that balance safety and progress.</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My project focuses on the missing link between prediction and control: how to turn uncertain future predictions into safe driving actions.</a:t>
            </a:r>
            <a:endParaRPr lang="en-US" altLang="en-US" sz="1800">
              <a:solidFill>
                <a:srgbClr val="111827"/>
              </a:solidFill>
              <a:latin typeface="UCL Sans" pitchFamily="2" charset="7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latin typeface="UCL Sans SemiBold"/>
              </a:rPr>
              <a:t>Hypothesis</a:t>
            </a:r>
            <a:endParaRPr lang="en-US"/>
          </a:p>
        </p:txBody>
      </p:sp>
      <p:sp>
        <p:nvSpPr>
          <p:cNvPr id="4" name="Rounded Rectangle 3"/>
          <p:cNvSpPr/>
          <p:nvPr/>
        </p:nvSpPr>
        <p:spPr>
          <a:xfrm>
            <a:off x="568960" y="1270000"/>
            <a:ext cx="5702935" cy="548640"/>
          </a:xfrm>
          <a:prstGeom prst="roundRect">
            <a:avLst/>
          </a:prstGeom>
          <a:solidFill>
            <a:srgbClr val="DBEAFE"/>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72554"/>
                </a:solidFill>
              </a:defRPr>
            </a:pPr>
            <a:r>
              <a:rPr lang="en-US" altLang="en-US"/>
              <a:t>Planning With Several Futures Should Be Safer</a:t>
            </a:r>
            <a:endParaRPr lang="en-US" altLang="en-US"/>
          </a:p>
        </p:txBody>
      </p:sp>
      <p:sp>
        <p:nvSpPr>
          <p:cNvPr id="5" name="TextBox 4"/>
          <p:cNvSpPr txBox="1"/>
          <p:nvPr/>
        </p:nvSpPr>
        <p:spPr>
          <a:xfrm>
            <a:off x="568960" y="2128520"/>
            <a:ext cx="10175240" cy="922020"/>
          </a:xfrm>
          <a:prstGeom prst="rect">
            <a:avLst/>
          </a:prstGeom>
          <a:noFill/>
        </p:spPr>
        <p:txBody>
          <a:bodyPr wrap="square" lIns="73152" rIns="73152">
            <a:spAutoFit/>
          </a:bodyPr>
          <a:lstStyle/>
          <a:p>
            <a:pPr algn="l">
              <a:defRPr sz="2300" b="1">
                <a:solidFill>
                  <a:srgbClr val="172554"/>
                </a:solidFill>
              </a:defRPr>
            </a:pPr>
            <a:r>
              <a:rPr lang="en-US" altLang="en-US" sz="1800" b="0">
                <a:solidFill>
                  <a:srgbClr val="111827"/>
                </a:solidFill>
                <a:latin typeface="UCL Sans" pitchFamily="2" charset="77"/>
              </a:rPr>
              <a:t>If the self-driving car considers several possible futures of the target vehicle, and if it uses risk-aware constraints when planning, then it should cross the intersection more safely than a weaker planner.</a:t>
            </a:r>
            <a:endParaRPr lang="en-US" altLang="en-US" sz="1800" b="0">
              <a:solidFill>
                <a:srgbClr val="111827"/>
              </a:solidFill>
              <a:latin typeface="UCL Sans" pitchFamily="2" charset="77"/>
            </a:endParaRPr>
          </a:p>
        </p:txBody>
      </p:sp>
      <p:sp>
        <p:nvSpPr>
          <p:cNvPr id="7" name="TextBox 6"/>
          <p:cNvSpPr txBox="1"/>
          <p:nvPr/>
        </p:nvSpPr>
        <p:spPr>
          <a:xfrm>
            <a:off x="540385" y="3622040"/>
            <a:ext cx="9899015" cy="645160"/>
          </a:xfrm>
          <a:prstGeom prst="rect">
            <a:avLst/>
          </a:prstGeom>
          <a:noFill/>
        </p:spPr>
        <p:txBody>
          <a:bodyPr wrap="square">
            <a:spAutoFit/>
          </a:bodyPr>
          <a:lstStyle/>
          <a:p>
            <a:pPr marL="285750" indent="-285750">
              <a:spcAft>
                <a:spcPts val="600"/>
              </a:spcAft>
              <a:buFont typeface="Arial" panose="020B0604020202090204" pitchFamily="34" charset="0"/>
              <a:buChar char="•"/>
              <a:defRPr sz="1800">
                <a:solidFill>
                  <a:srgbClr val="111827"/>
                </a:solidFill>
              </a:defRPr>
            </a:pPr>
            <a:r>
              <a:rPr lang="en-US" altLang="en-US">
                <a:latin typeface="UCL Sans" pitchFamily="2" charset="77"/>
              </a:rPr>
              <a:t>The central idea is to convert uncertain multimodal predictions into probabilistic safety constraints inside the control optimisation problem.</a:t>
            </a:r>
            <a:endParaRPr lang="en-US" altLang="en-US">
              <a:latin typeface="UCL Sans" pitchFamily="2" charset="77"/>
            </a:endParaRPr>
          </a:p>
        </p:txBody>
      </p:sp>
      <p:sp>
        <p:nvSpPr>
          <p:cNvPr id="9" name="Rounded Rectangle 8"/>
          <p:cNvSpPr/>
          <p:nvPr/>
        </p:nvSpPr>
        <p:spPr>
          <a:xfrm>
            <a:off x="558800" y="5227320"/>
            <a:ext cx="1417320" cy="685800"/>
          </a:xfrm>
          <a:prstGeom prst="roundRect">
            <a:avLst/>
          </a:prstGeom>
          <a:solidFill>
            <a:srgbClr val="F3F4F6"/>
          </a:solidFill>
          <a:ln>
            <a:solidFill>
              <a:srgbClr val="4B556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72554"/>
                </a:solidFill>
              </a:defRPr>
            </a:pPr>
            <a:r>
              <a:t>Scenario</a:t>
            </a:r>
          </a:p>
        </p:txBody>
      </p:sp>
      <p:cxnSp>
        <p:nvCxnSpPr>
          <p:cNvPr id="10" name="Connector 4"/>
          <p:cNvCxnSpPr/>
          <p:nvPr/>
        </p:nvCxnSpPr>
        <p:spPr>
          <a:xfrm>
            <a:off x="1976120" y="5574792"/>
            <a:ext cx="365760" cy="0"/>
          </a:xfrm>
          <a:prstGeom prst="line">
            <a:avLst/>
          </a:prstGeom>
          <a:ln w="25400">
            <a:solidFill>
              <a:srgbClr val="4B556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387600" y="5227320"/>
            <a:ext cx="1417320" cy="685800"/>
          </a:xfrm>
          <a:prstGeom prst="roundRect">
            <a:avLst/>
          </a:prstGeom>
          <a:solidFill>
            <a:srgbClr val="DBEAFE"/>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72554"/>
                </a:solidFill>
              </a:defRPr>
            </a:pPr>
            <a:r>
              <a:t>Simulator</a:t>
            </a:r>
          </a:p>
        </p:txBody>
      </p:sp>
      <p:cxnSp>
        <p:nvCxnSpPr>
          <p:cNvPr id="12" name="Connector 6"/>
          <p:cNvCxnSpPr/>
          <p:nvPr/>
        </p:nvCxnSpPr>
        <p:spPr>
          <a:xfrm>
            <a:off x="3804920" y="5574792"/>
            <a:ext cx="365760" cy="0"/>
          </a:xfrm>
          <a:prstGeom prst="line">
            <a:avLst/>
          </a:prstGeom>
          <a:ln w="25400">
            <a:solidFill>
              <a:srgbClr val="4B556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53560" y="5227320"/>
            <a:ext cx="1417320" cy="685800"/>
          </a:xfrm>
          <a:prstGeom prst="roundRect">
            <a:avLst/>
          </a:prstGeom>
          <a:solidFill>
            <a:srgbClr val="FFEDD5"/>
          </a:solidFill>
          <a:ln>
            <a:solidFill>
              <a:srgbClr val="F9731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72554"/>
                </a:solidFill>
              </a:defRPr>
            </a:pPr>
            <a:r>
              <a:t>Possible</a:t>
            </a:r>
            <a:br/>
            <a:r>
              <a:t>futures</a:t>
            </a:r>
          </a:p>
        </p:txBody>
      </p:sp>
      <p:cxnSp>
        <p:nvCxnSpPr>
          <p:cNvPr id="14" name="Connector 8"/>
          <p:cNvCxnSpPr/>
          <p:nvPr/>
        </p:nvCxnSpPr>
        <p:spPr>
          <a:xfrm>
            <a:off x="5770880" y="5574792"/>
            <a:ext cx="365760" cy="0"/>
          </a:xfrm>
          <a:prstGeom prst="line">
            <a:avLst/>
          </a:prstGeom>
          <a:ln w="25400">
            <a:solidFill>
              <a:srgbClr val="4B556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19520" y="5227320"/>
            <a:ext cx="1417320" cy="685800"/>
          </a:xfrm>
          <a:prstGeom prst="round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72554"/>
                </a:solidFill>
              </a:defRPr>
            </a:pPr>
            <a:r>
              <a:t>Safe</a:t>
            </a:r>
            <a:br/>
            <a:r>
              <a:t>planner</a:t>
            </a:r>
          </a:p>
        </p:txBody>
      </p:sp>
      <p:cxnSp>
        <p:nvCxnSpPr>
          <p:cNvPr id="18" name="Connector 10"/>
          <p:cNvCxnSpPr/>
          <p:nvPr/>
        </p:nvCxnSpPr>
        <p:spPr>
          <a:xfrm>
            <a:off x="7736840" y="5574792"/>
            <a:ext cx="365760" cy="0"/>
          </a:xfrm>
          <a:prstGeom prst="line">
            <a:avLst/>
          </a:prstGeom>
          <a:ln w="25400">
            <a:solidFill>
              <a:srgbClr val="4B556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85480" y="5227320"/>
            <a:ext cx="1417320" cy="685800"/>
          </a:xfrm>
          <a:prstGeom prst="roundRect">
            <a:avLst/>
          </a:prstGeom>
          <a:solidFill>
            <a:srgbClr val="DBEAFE"/>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72554"/>
                </a:solidFill>
              </a:defRPr>
            </a:pPr>
            <a:r>
              <a:t>Action</a:t>
            </a:r>
          </a:p>
        </p:txBody>
      </p:sp>
      <p:cxnSp>
        <p:nvCxnSpPr>
          <p:cNvPr id="20" name="Connector 12"/>
          <p:cNvCxnSpPr/>
          <p:nvPr/>
        </p:nvCxnSpPr>
        <p:spPr>
          <a:xfrm>
            <a:off x="9702800" y="5574792"/>
            <a:ext cx="365759" cy="0"/>
          </a:xfrm>
          <a:prstGeom prst="line">
            <a:avLst/>
          </a:prstGeom>
          <a:ln w="25400">
            <a:solidFill>
              <a:srgbClr val="4B5563"/>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931400" y="5227320"/>
            <a:ext cx="1417320" cy="685800"/>
          </a:xfrm>
          <a:prstGeom prst="roundRect">
            <a:avLst/>
          </a:prstGeom>
          <a:solidFill>
            <a:srgbClr val="F3F4F6"/>
          </a:solidFill>
          <a:ln>
            <a:solidFill>
              <a:srgbClr val="4B556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72554"/>
                </a:solidFill>
              </a:defRPr>
            </a:pPr>
            <a:r>
              <a:t>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36245" y="1144270"/>
            <a:ext cx="11000740" cy="4523105"/>
          </a:xfrm>
          <a:prstGeom prst="rect">
            <a:avLst/>
          </a:prstGeom>
          <a:noFill/>
        </p:spPr>
        <p:txBody>
          <a:bodyPr wrap="square" rtlCol="0" anchor="t">
            <a:spAutoFit/>
          </a:bodyPr>
          <a:p>
            <a:r>
              <a:rPr lang="en-US" altLang="en-US" sz="1800">
                <a:solidFill>
                  <a:srgbClr val="111827"/>
                </a:solidFill>
                <a:latin typeface="UCL Sans" pitchFamily="2" charset="77"/>
              </a:rPr>
              <a:t>First, I configure a CARLA intersection scenario with an ego vehicle and a target vehicle. At each simulation step, the system reads the current vehicle states, predicts several possible future motions of the target vehicle, solves the SMPC control problem, and applies the action back to the ego vehicle.</a:t>
            </a:r>
            <a:endParaRPr lang="en-US" altLang="en-US" sz="1800">
              <a:solidFill>
                <a:srgbClr val="111827"/>
              </a:solidFill>
              <a:latin typeface="UCL Sans" pitchFamily="2" charset="77"/>
            </a:endParaRPr>
          </a:p>
          <a:p>
            <a:endParaRPr lang="en-US" altLang="en-US" sz="1800">
              <a:solidFill>
                <a:srgbClr val="111827"/>
              </a:solidFill>
              <a:latin typeface="UCL Sans" pitchFamily="2" charset="77"/>
            </a:endParaRPr>
          </a:p>
          <a:p>
            <a:endParaRPr lang="en-US" altLang="en-US" sz="1800">
              <a:solidFill>
                <a:srgbClr val="111827"/>
              </a:solidFill>
              <a:latin typeface="UCL Sans" pitchFamily="2" charset="77"/>
            </a:endParaRPr>
          </a:p>
          <a:p>
            <a:endParaRPr lang="en-US" altLang="en-US" sz="1800">
              <a:solidFill>
                <a:srgbClr val="111827"/>
              </a:solidFill>
              <a:latin typeface="UCL Sans" pitchFamily="2" charset="77"/>
            </a:endParaRPr>
          </a:p>
          <a:p>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No-TV baseline.</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No-TV closed-loop baseline.</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Variable-risk SMPC.</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Fixed-risk SMPC.</a:t>
            </a:r>
            <a:endParaRPr lang="en-US" altLang="en-US" sz="1800">
              <a:solidFill>
                <a:srgbClr val="111827"/>
              </a:solidFill>
              <a:latin typeface="UCL Sans" pitchFamily="2" charset="77"/>
            </a:endParaRPr>
          </a:p>
          <a:p>
            <a:pPr marL="285750" indent="-285750">
              <a:buFont typeface="Arial" panose="020B0604020202090204" pitchFamily="34" charset="0"/>
              <a:buChar char="•"/>
            </a:pPr>
            <a:r>
              <a:rPr lang="en-US" altLang="en-US" sz="1800">
                <a:solidFill>
                  <a:srgbClr val="111827"/>
                </a:solidFill>
                <a:latin typeface="UCL Sans" pitchFamily="2" charset="77"/>
              </a:rPr>
              <a:t>Open-loop SMPC.</a:t>
            </a:r>
            <a:endParaRPr lang="en-US" altLang="en-US" sz="1800">
              <a:solidFill>
                <a:srgbClr val="111827"/>
              </a:solidFill>
              <a:latin typeface="UCL Sans" pitchFamily="2" charset="77"/>
            </a:endParaRPr>
          </a:p>
          <a:p>
            <a:endParaRPr lang="en-US" altLang="en-US" sz="1800">
              <a:solidFill>
                <a:srgbClr val="111827"/>
              </a:solidFill>
              <a:latin typeface="UCL Sans" pitchFamily="2" charset="77"/>
            </a:endParaRPr>
          </a:p>
          <a:p>
            <a:r>
              <a:rPr lang="en-US" altLang="en-US" sz="1800">
                <a:solidFill>
                  <a:srgbClr val="111827"/>
                </a:solidFill>
                <a:latin typeface="UCL Sans" pitchFamily="2" charset="77"/>
              </a:rPr>
              <a:t>Finally, I evaluate the results using completion time, solver feasibility, minimum distance to the target vehicle, path deviation, and comfort-related metrics.</a:t>
            </a:r>
            <a:endParaRPr lang="en-US" altLang="en-US" sz="1800">
              <a:solidFill>
                <a:srgbClr val="111827"/>
              </a:solidFill>
              <a:latin typeface="UCL Sans" pitchFamily="2" charset="77"/>
            </a:endParaRPr>
          </a:p>
        </p:txBody>
      </p:sp>
      <p:sp>
        <p:nvSpPr>
          <p:cNvPr id="2" name="Title 1"/>
          <p:cNvSpPr>
            <a:spLocks noGrp="1"/>
          </p:cNvSpPr>
          <p:nvPr>
            <p:ph type="ctrTitle"/>
          </p:nvPr>
        </p:nvSpPr>
        <p:spPr/>
        <p:txBody>
          <a:bodyPr/>
          <a:lstStyle/>
          <a:p>
            <a:r>
              <a:rPr lang="en-GB">
                <a:latin typeface="UCL Sans SemiBold"/>
              </a:rPr>
              <a:t>Execution plan</a:t>
            </a:r>
            <a:endParaRPr lang="en-US"/>
          </a:p>
        </p:txBody>
      </p:sp>
      <p:sp>
        <p:nvSpPr>
          <p:cNvPr id="6" name="Rounded Rectangle 5"/>
          <p:cNvSpPr/>
          <p:nvPr/>
        </p:nvSpPr>
        <p:spPr>
          <a:xfrm>
            <a:off x="568960" y="2555240"/>
            <a:ext cx="3549015" cy="502920"/>
          </a:xfrm>
          <a:prstGeom prst="round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172554"/>
                </a:solidFill>
              </a:defRPr>
            </a:pPr>
            <a:r>
              <a:t>How I test it</a:t>
            </a:r>
            <a:r>
              <a:rPr lang="en-US"/>
              <a:t> - By </a:t>
            </a:r>
            <a:r>
              <a:rPr lang="en-US"/>
              <a:t>Comparing</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431800" y="409575"/>
            <a:ext cx="7550785" cy="838835"/>
          </a:xfrm>
        </p:spPr>
        <p:txBody>
          <a:bodyPr/>
          <a:p>
            <a:r>
              <a:rPr lang="en-GB">
                <a:latin typeface="UCL Sans SemiBold"/>
                <a:sym typeface="+mn-ea"/>
              </a:rPr>
              <a:t>Execution plan</a:t>
            </a:r>
            <a:endParaRPr lang="en-US"/>
          </a:p>
        </p:txBody>
      </p:sp>
      <p:pic>
        <p:nvPicPr>
          <p:cNvPr id="22" name="Picture 21"/>
          <p:cNvPicPr>
            <a:picLocks noChangeAspect="1"/>
          </p:cNvPicPr>
          <p:nvPr/>
        </p:nvPicPr>
        <p:blipFill>
          <a:blip r:embed="rId1"/>
          <a:stretch>
            <a:fillRect/>
          </a:stretch>
        </p:blipFill>
        <p:spPr>
          <a:xfrm>
            <a:off x="198120" y="1449070"/>
            <a:ext cx="11729085" cy="42691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latin typeface="UCL Sans SemiBold"/>
              </a:rPr>
              <a:t>Risk analysis</a:t>
            </a:r>
            <a:endParaRPr lang="en-US"/>
          </a:p>
        </p:txBody>
      </p:sp>
      <p:graphicFrame>
        <p:nvGraphicFramePr>
          <p:cNvPr id="4" name="Table 3"/>
          <p:cNvGraphicFramePr>
            <a:graphicFrameLocks noGrp="1"/>
          </p:cNvGraphicFramePr>
          <p:nvPr/>
        </p:nvGraphicFramePr>
        <p:xfrm>
          <a:off x="904240" y="1579880"/>
          <a:ext cx="10193020" cy="2673350"/>
        </p:xfrm>
        <a:graphic>
          <a:graphicData uri="http://schemas.openxmlformats.org/drawingml/2006/table">
            <a:tbl>
              <a:tblPr firstRow="1" bandRow="1">
                <a:tableStyleId>{5C22544A-7EE6-4342-B048-85BDC9FD1C3A}</a:tableStyleId>
              </a:tblPr>
              <a:tblGrid>
                <a:gridCol w="2633980"/>
                <a:gridCol w="3665220"/>
                <a:gridCol w="3893820"/>
              </a:tblGrid>
              <a:tr h="534670">
                <a:tc>
                  <a:txBody>
                    <a:bodyPr/>
                    <a:lstStyle/>
                    <a:p>
                      <a:pPr algn="ctr">
                        <a:defRPr sz="1200" b="1">
                          <a:solidFill>
                            <a:srgbClr val="FFFFFF"/>
                          </a:solidFill>
                        </a:defRPr>
                      </a:pPr>
                      <a:r>
                        <a:t>Risk</a:t>
                      </a:r>
                    </a:p>
                  </a:txBody>
                  <a:tcPr marL="36576" marR="36576" anchor="ctr">
                    <a:solidFill>
                      <a:srgbClr val="172554"/>
                    </a:solidFill>
                  </a:tcPr>
                </a:tc>
                <a:tc>
                  <a:txBody>
                    <a:bodyPr/>
                    <a:lstStyle/>
                    <a:p>
                      <a:pPr algn="ctr">
                        <a:defRPr sz="1200" b="1">
                          <a:solidFill>
                            <a:srgbClr val="FFFFFF"/>
                          </a:solidFill>
                        </a:defRPr>
                      </a:pPr>
                      <a:r>
                        <a:t>Why it matters</a:t>
                      </a:r>
                    </a:p>
                  </a:txBody>
                  <a:tcPr marL="36576" marR="36576" anchor="ctr">
                    <a:solidFill>
                      <a:srgbClr val="172554"/>
                    </a:solidFill>
                  </a:tcPr>
                </a:tc>
                <a:tc>
                  <a:txBody>
                    <a:bodyPr/>
                    <a:lstStyle/>
                    <a:p>
                      <a:pPr algn="ctr">
                        <a:defRPr sz="1200" b="1">
                          <a:solidFill>
                            <a:srgbClr val="FFFFFF"/>
                          </a:solidFill>
                        </a:defRPr>
                      </a:pPr>
                      <a:r>
                        <a:t>My response</a:t>
                      </a:r>
                    </a:p>
                  </a:txBody>
                  <a:tcPr marL="36576" marR="36576" anchor="ctr">
                    <a:solidFill>
                      <a:srgbClr val="172554"/>
                    </a:solidFill>
                  </a:tcPr>
                </a:tc>
              </a:tr>
              <a:tr h="534670">
                <a:tc>
                  <a:txBody>
                    <a:bodyPr/>
                    <a:lstStyle/>
                    <a:p>
                      <a:pPr algn="ctr">
                        <a:defRPr sz="1200">
                          <a:solidFill>
                            <a:srgbClr val="111827"/>
                          </a:solidFill>
                        </a:defRPr>
                      </a:pPr>
                      <a:r>
                        <a:t>Simulator is slow</a:t>
                      </a:r>
                    </a:p>
                  </a:txBody>
                  <a:tcPr marL="36576" marR="36576" anchor="ctr">
                    <a:solidFill>
                      <a:srgbClr val="FFFFFF"/>
                    </a:solidFill>
                  </a:tcPr>
                </a:tc>
                <a:tc>
                  <a:txBody>
                    <a:bodyPr/>
                    <a:lstStyle/>
                    <a:p>
                      <a:pPr algn="ctr">
                        <a:defRPr sz="1200">
                          <a:solidFill>
                            <a:srgbClr val="111827"/>
                          </a:solidFill>
                        </a:defRPr>
                      </a:pPr>
                      <a:r>
                        <a:t>Experiments take time</a:t>
                      </a:r>
                    </a:p>
                  </a:txBody>
                  <a:tcPr marL="36576" marR="36576" anchor="ctr">
                    <a:solidFill>
                      <a:srgbClr val="FFFFFF"/>
                    </a:solidFill>
                  </a:tcPr>
                </a:tc>
                <a:tc>
                  <a:txBody>
                    <a:bodyPr/>
                    <a:lstStyle/>
                    <a:p>
                      <a:pPr algn="ctr">
                        <a:defRPr sz="1200">
                          <a:solidFill>
                            <a:srgbClr val="111827"/>
                          </a:solidFill>
                        </a:defRPr>
                      </a:pPr>
                      <a:r>
                        <a:t>Run small pilots first</a:t>
                      </a:r>
                    </a:p>
                  </a:txBody>
                  <a:tcPr marL="36576" marR="36576" anchor="ctr">
                    <a:solidFill>
                      <a:srgbClr val="FFFFFF"/>
                    </a:solidFill>
                  </a:tcPr>
                </a:tc>
              </a:tr>
              <a:tr h="534670">
                <a:tc>
                  <a:txBody>
                    <a:bodyPr/>
                    <a:lstStyle/>
                    <a:p>
                      <a:pPr algn="ctr">
                        <a:defRPr sz="1200">
                          <a:solidFill>
                            <a:srgbClr val="111827"/>
                          </a:solidFill>
                        </a:defRPr>
                      </a:pPr>
                      <a:r>
                        <a:t>Planner fails</a:t>
                      </a:r>
                    </a:p>
                  </a:txBody>
                  <a:tcPr marL="36576" marR="36576" anchor="ctr">
                    <a:solidFill>
                      <a:srgbClr val="F3F4F6"/>
                    </a:solidFill>
                  </a:tcPr>
                </a:tc>
                <a:tc>
                  <a:txBody>
                    <a:bodyPr/>
                    <a:lstStyle/>
                    <a:p>
                      <a:pPr algn="ctr">
                        <a:defRPr sz="1200">
                          <a:solidFill>
                            <a:srgbClr val="111827"/>
                          </a:solidFill>
                        </a:defRPr>
                      </a:pPr>
                      <a:r>
                        <a:t>Car may not move safely</a:t>
                      </a:r>
                    </a:p>
                  </a:txBody>
                  <a:tcPr marL="36576" marR="36576" anchor="ctr">
                    <a:solidFill>
                      <a:srgbClr val="F3F4F6"/>
                    </a:solidFill>
                  </a:tcPr>
                </a:tc>
                <a:tc>
                  <a:txBody>
                    <a:bodyPr/>
                    <a:lstStyle/>
                    <a:p>
                      <a:pPr algn="ctr">
                        <a:defRPr sz="1200">
                          <a:solidFill>
                            <a:srgbClr val="111827"/>
                          </a:solidFill>
                        </a:defRPr>
                      </a:pPr>
                      <a:r>
                        <a:t>Save debug files</a:t>
                      </a:r>
                    </a:p>
                  </a:txBody>
                  <a:tcPr marL="36576" marR="36576" anchor="ctr">
                    <a:solidFill>
                      <a:srgbClr val="F3F4F6"/>
                    </a:solidFill>
                  </a:tcPr>
                </a:tc>
              </a:tr>
              <a:tr h="534670">
                <a:tc>
                  <a:txBody>
                    <a:bodyPr/>
                    <a:lstStyle/>
                    <a:p>
                      <a:pPr algn="ctr">
                        <a:defRPr sz="1200">
                          <a:solidFill>
                            <a:srgbClr val="111827"/>
                          </a:solidFill>
                        </a:defRPr>
                      </a:pPr>
                      <a:r>
                        <a:t>Path is not neat</a:t>
                      </a:r>
                    </a:p>
                  </a:txBody>
                  <a:tcPr marL="36576" marR="36576" anchor="ctr">
                    <a:solidFill>
                      <a:srgbClr val="FFFFFF"/>
                    </a:solidFill>
                  </a:tcPr>
                </a:tc>
                <a:tc>
                  <a:txBody>
                    <a:bodyPr/>
                    <a:lstStyle/>
                    <a:p>
                      <a:pPr algn="ctr">
                        <a:defRPr sz="1200">
                          <a:solidFill>
                            <a:srgbClr val="111827"/>
                          </a:solidFill>
                        </a:defRPr>
                      </a:pPr>
                      <a:r>
                        <a:t>Results look weak</a:t>
                      </a:r>
                    </a:p>
                  </a:txBody>
                  <a:tcPr marL="36576" marR="36576" anchor="ctr">
                    <a:solidFill>
                      <a:srgbClr val="FFFFFF"/>
                    </a:solidFill>
                  </a:tcPr>
                </a:tc>
                <a:tc>
                  <a:txBody>
                    <a:bodyPr/>
                    <a:lstStyle/>
                    <a:p>
                      <a:pPr algn="ctr">
                        <a:defRPr sz="1200">
                          <a:solidFill>
                            <a:srgbClr val="111827"/>
                          </a:solidFill>
                        </a:defRPr>
                      </a:pPr>
                      <a:r>
                        <a:t>Tune tracking</a:t>
                      </a:r>
                    </a:p>
                  </a:txBody>
                  <a:tcPr marL="36576" marR="36576" anchor="ctr">
                    <a:solidFill>
                      <a:srgbClr val="FFFFFF"/>
                    </a:solidFill>
                  </a:tcPr>
                </a:tc>
              </a:tr>
              <a:tr h="534670">
                <a:tc>
                  <a:txBody>
                    <a:bodyPr/>
                    <a:lstStyle/>
                    <a:p>
                      <a:pPr algn="ctr">
                        <a:defRPr sz="1200">
                          <a:solidFill>
                            <a:srgbClr val="111827"/>
                          </a:solidFill>
                        </a:defRPr>
                      </a:pPr>
                      <a:r>
                        <a:t>Too few tests</a:t>
                      </a:r>
                    </a:p>
                  </a:txBody>
                  <a:tcPr marL="36576" marR="36576" anchor="ctr">
                    <a:solidFill>
                      <a:srgbClr val="F3F4F6"/>
                    </a:solidFill>
                  </a:tcPr>
                </a:tc>
                <a:tc>
                  <a:txBody>
                    <a:bodyPr/>
                    <a:lstStyle/>
                    <a:p>
                      <a:pPr algn="ctr">
                        <a:defRPr sz="1200">
                          <a:solidFill>
                            <a:srgbClr val="111827"/>
                          </a:solidFill>
                        </a:defRPr>
                      </a:pPr>
                      <a:r>
                        <a:t>Claims are not strong</a:t>
                      </a:r>
                    </a:p>
                  </a:txBody>
                  <a:tcPr marL="36576" marR="36576" anchor="ctr">
                    <a:solidFill>
                      <a:srgbClr val="F3F4F6"/>
                    </a:solidFill>
                  </a:tcPr>
                </a:tc>
                <a:tc>
                  <a:txBody>
                    <a:bodyPr/>
                    <a:lstStyle/>
                    <a:p>
                      <a:pPr algn="ctr">
                        <a:defRPr sz="1200">
                          <a:solidFill>
                            <a:srgbClr val="111827"/>
                          </a:solidFill>
                        </a:defRPr>
                      </a:pPr>
                      <a:r>
                        <a:t>Scale gradually</a:t>
                      </a:r>
                    </a:p>
                  </a:txBody>
                  <a:tcPr marL="36576" marR="36576" anchor="ctr">
                    <a:solidFill>
                      <a:srgbClr val="F3F4F6"/>
                    </a:solidFill>
                  </a:tcPr>
                </a:tc>
              </a:tr>
            </a:tbl>
          </a:graphicData>
        </a:graphic>
      </p:graphicFrame>
      <p:sp>
        <p:nvSpPr>
          <p:cNvPr id="5" name="Rounded Rectangle 4"/>
          <p:cNvSpPr/>
          <p:nvPr/>
        </p:nvSpPr>
        <p:spPr>
          <a:xfrm>
            <a:off x="868680" y="4663440"/>
            <a:ext cx="10241280" cy="960120"/>
          </a:xfrm>
          <a:prstGeom prst="roundRect">
            <a:avLst/>
          </a:prstGeom>
          <a:solidFill>
            <a:srgbClr val="FFEDD5"/>
          </a:solidFill>
          <a:ln>
            <a:solidFill>
              <a:srgbClr val="F97316"/>
            </a:solidFill>
          </a:ln>
        </p:spPr>
        <p:style>
          <a:lnRef idx="1">
            <a:schemeClr val="accent1"/>
          </a:lnRef>
          <a:fillRef idx="3">
            <a:schemeClr val="accent1"/>
          </a:fillRef>
          <a:effectRef idx="2">
            <a:schemeClr val="accent1"/>
          </a:effectRef>
          <a:fontRef idx="minor">
            <a:schemeClr val="lt1"/>
          </a:fontRef>
        </p:style>
        <p:txBody>
          <a:bodyPr wrap="square" lIns="164592" tIns="91440" rIns="164592" bIns="73152" rtlCol="0" anchor="ctr"/>
          <a:lstStyle/>
          <a:p>
            <a:pPr algn="l">
              <a:defRPr sz="1500">
                <a:solidFill>
                  <a:srgbClr val="111827"/>
                </a:solidFill>
              </a:defRPr>
            </a:pPr>
            <a:r>
              <a:rPr sz="1800">
                <a:latin typeface="UCL Sans" pitchFamily="2" charset="77"/>
              </a:rPr>
              <a:t>The biggest risk is not only whether the car can finish once. I also need to show that it can finish reliably, with a reasonable path, across more starting conditions. This is why I am using small pilots before full experiments.</a:t>
            </a:r>
            <a:endParaRPr sz="1800">
              <a:latin typeface="UCL Sans" pitchFamily="2" charset="7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oup of people on a staircase&#10;&#10;AI-generated content may be incorrect."/>
          <p:cNvPicPr>
            <a:picLocks noGrp="1" noRot="1" noChangeAspect="1" noMove="1" noResize="1" noEditPoints="1" noAdjustHandles="1" noChangeArrowheads="1" noChangeShapeType="1" noCrop="1"/>
          </p:cNvPicPr>
          <p:nvPr>
            <p:ph type="pic" sz="quarter" idx="13"/>
          </p:nvPr>
        </p:nvPicPr>
        <p:blipFill>
          <a:blip r:embed="rId1"/>
          <a:srcRect t="7707" b="7707"/>
          <a:stretch>
            <a:fillRect/>
          </a:stretch>
        </p:blipFill>
        <p:spPr/>
      </p:pic>
      <p:pic>
        <p:nvPicPr>
          <p:cNvPr id="7" name="Picture 6"/>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cSld>
  <p:clrMapOvr>
    <a:masterClrMapping/>
  </p:clrMapOvr>
</p:sld>
</file>

<file path=ppt/theme/theme1.xml><?xml version="1.0" encoding="utf-8"?>
<a:theme xmlns:a="http://schemas.openxmlformats.org/drawingml/2006/main" name="UCL Slides templates - Simple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UCL Slides templates - Complex design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ID="0x010100A12A0662030DBC4F99C1FA9D93D14A4C" ma:contentTypeName="Document" ma:contentTypeVersion="" ma:contentTypeDescription="Create a new document." ma:contentTypeScope="" ma:versionID="601ee87aba0edee35dd0bd1031319f69">
  <xsd:schema xmlns:ns2="1d368349-1023-48e7-96c9-f9d028f6f0fb" xmlns:ns3="1aa119c2-5735-4356-91ec-0ca074bf9097" xmlns:ns4="32f397aa-99c0-43f4-9b94-7b5d785faf95" xmlns:xsd="http://www.w3.org/2001/XMLSchema" xmlns:p="http://schemas.microsoft.com/office/2006/metadata/properties" xmlns:xs="http://www.w3.org/2001/XMLSchema" ma:root="true" ns2:_="" ns4:_="" ns3:_="" targetNamespace="http://schemas.microsoft.com/office/2006/metadata/properties" ma:fieldsID="ceaa2ff74debb88eeec5ab219e85c5f9">
    <xsd:import namespace="1d368349-1023-48e7-96c9-f9d028f6f0fb"/>
    <xsd:import namespace="1aa119c2-5735-4356-91ec-0ca074bf9097"/>
    <xsd:import namespace="32f397aa-99c0-43f4-9b94-7b5d785faf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pc="http://schemas.microsoft.com/office/infopath/2007/PartnerControls" xmlns:dms="http://schemas.microsoft.com/office/2006/documentManagement/types" xmlns:xs="http://www.w3.org/2001/XMLSchema" elementFormDefault="qualified" targetNamespace="1d368349-1023-48e7-96c9-f9d028f6f0fb">
    <xsd:import namespace="http://schemas.microsoft.com/office/2006/documentManagement/types"/>
    <xsd:import namespace="http://schemas.microsoft.com/office/infopath/2007/PartnerControls"/>
    <xsd:element nillable="true" ma:hidden="true" name="MediaServiceMetadata" ma:index="8" ma:internalName="MediaServiceMetadata" ma:readOnly="true" ma:displayName="MediaServiceMetadata">
      <xsd:simpleType>
        <xsd:restriction base="dms:Note"/>
      </xsd:simpleType>
    </xsd:element>
    <xsd:element nillable="true" ma:hidden="true" name="MediaServiceFastMetadata" ma:index="9" ma:internalName="MediaServiceFastMetadata" ma:readOnly="true" ma:displayName="MediaServiceFastMetadata">
      <xsd:simpleType>
        <xsd:restriction base="dms:Note"/>
      </xsd:simpleType>
    </xsd:element>
    <xsd:element nillable="true" ma:hidden="true" name="MediaServiceAutoKeyPoints" ma:index="10" ma:internalName="MediaServiceAutoKeyPoints" ma:readOnly="true" ma:displayName="MediaServiceAutoKeyPoints">
      <xsd:simpleType>
        <xsd:restriction base="dms:Note"/>
      </xsd:simpleType>
    </xsd:element>
    <xsd:element nillable="true" name="MediaServiceKeyPoints" ma:index="11" ma:internalName="MediaServiceKeyPoints" ma:readOnly="true" ma:displayName="KeyPoints">
      <xsd:simpleType>
        <xsd:restriction base="dms:Note">
          <xsd:maxLength value="255"/>
        </xsd:restriction>
      </xsd:simpleType>
    </xsd:element>
    <xsd:element nillable="true" name="MediaServiceAutoTags" ma:index="12" ma:internalName="MediaServiceAutoTags" ma:readOnly="true" ma:displayName="Tags">
      <xsd:simpleType>
        <xsd:restriction base="dms:Text"/>
      </xsd:simpleType>
    </xsd:element>
    <xsd:element nillable="true" name="MediaServiceOCR" ma:index="13" ma:internalName="MediaServiceOCR" ma:readOnly="true" ma:displayName="Extracted Text">
      <xsd:simpleType>
        <xsd:restriction base="dms:Note">
          <xsd:maxLength value="255"/>
        </xsd:restriction>
      </xsd:simpleType>
    </xsd:element>
    <xsd:element nillable="true" ma:hidden="true" name="MediaServiceGenerationTime" ma:index="14" ma:internalName="MediaServiceGenerationTime" ma:readOnly="true" ma:displayName="MediaServiceGenerationTime">
      <xsd:simpleType>
        <xsd:restriction base="dms:Text"/>
      </xsd:simpleType>
    </xsd:element>
    <xsd:element nillable="true" ma:hidden="true" name="MediaServiceEventHashCode" ma:index="15" ma:internalName="MediaServiceEventHashCode" ma:readOnly="true" ma:displayName="MediaServiceEventHashCode">
      <xsd:simpleType>
        <xsd:restriction base="dms:Text"/>
      </xsd:simpleType>
    </xsd:element>
    <xsd:element nillable="true" ma:hidden="true" name="MediaServiceDateTaken" ma:index="16" ma:internalName="MediaServiceDateTaken" ma:readOnly="true" ma:displayName="MediaServiceDateTaken">
      <xsd:simpleType>
        <xsd:restriction base="dms:Text"/>
      </xsd:simpleType>
    </xsd:element>
    <xsd:element nillable="true" name="MediaServiceLocation" ma:index="19" ma:internalName="MediaServiceLocation" ma:readOnly="true" ma:displayName="Location">
      <xsd:simpleType>
        <xsd:restriction base="dms:Text"/>
      </xsd:simpleType>
    </xsd:element>
    <xsd:element nillable="true" ma:hidden="true" name="MediaLengthInSeconds" ma:index="20" ma:internalName="MediaLengthInSeconds" ma:readOnly="true" ma:displayName="MediaLengthInSeconds">
      <xsd:simpleType>
        <xsd:restriction base="dms:Unknown"/>
      </xsd:simpleType>
    </xsd:element>
    <xsd:element ma:isKeyword="false" ma:taxonomy="true" ma:termSetId="09814cd3-568e-fe90-9814-8d621ff8fb84" nillable="true" name="lcf76f155ced4ddcb4097134ff3c332f" ma:sspId="579a89b1-2c2c-4f7f-9bd7-7914fb13a02b" ma:index="22" ma:internalName="lcf76f155ced4ddcb4097134ff3c332f" ma:taxonomyFieldName="MediaServiceImageTags" ma:open="true" ma:taxonomyMulti="true" ma:fieldId="{5cf76f15-5ced-4ddc-b409-7134ff3c332f}" ma:anchorId="fba54fb3-c3e1-fe81-a776-ca4b69148c4d" ma:readOnly="false" ma:displayName="Image Tags">
      <xsd:complexType>
        <xsd:sequence>
          <xsd:element ref="pc:Terms" maxOccurs="1" minOccurs="0"/>
        </xsd:sequence>
      </xsd:complexType>
    </xsd:element>
    <xsd:element nillable="true" ma:hidden="true" name="MediaServiceObjectDetectorVersions" ma:index="24" ma:internalName="MediaServiceObjectDetectorVersions" ma:readOnly="true" ma:displayName="MediaServiceObjectDetectorVersions" ma:indexed="true">
      <xsd:simpleType>
        <xsd:restriction base="dms:Text"/>
      </xsd:simpleType>
    </xsd:element>
    <xsd:element nillable="true" ma:hidden="true" name="MediaServiceSearchProperties" ma:index="25" ma:internalName="MediaServiceSearchProperties" ma:readOnly="true" ma:displayName="MediaServiceSearchProperties">
      <xsd:simpleType>
        <xsd:restriction base="dms:Note"/>
      </xsd:simpleType>
    </xsd:element>
  </xsd:schema>
  <xsd:schema xmlns:xsd="http://www.w3.org/2001/XMLSchema" xmlns:pc="http://schemas.microsoft.com/office/infopath/2007/PartnerControls" xmlns:dms="http://schemas.microsoft.com/office/2006/documentManagement/types" xmlns:xs="http://www.w3.org/2001/XMLSchema" elementFormDefault="qualified" targetNamespace="1aa119c2-5735-4356-91ec-0ca074bf9097">
    <xsd:import namespace="http://schemas.microsoft.com/office/2006/documentManagement/types"/>
    <xsd:import namespace="http://schemas.microsoft.com/office/infopath/2007/PartnerControls"/>
    <xsd:element nillable="true" name="SharedWithUsers" ma:index="17" ma:internalName="SharedWithUsers" ma:readOnly="true" ma:displayName="Shared With">
      <xsd:complexType>
        <xsd:complexContent>
          <xsd:extension base="dms:UserMulti">
            <xsd:sequence>
              <xsd:element name="UserInfo" maxOccurs="unbounded" minOccurs="0">
                <xsd:complexType>
                  <xsd:sequence>
                    <xsd:element name="DisplayName" minOccurs="0" type="xsd:string"/>
                    <xsd:element nillable="true" name="AccountId" minOccurs="0" type="dms:UserId"/>
                    <xsd:element name="AccountType" minOccurs="0" type="xsd:string"/>
                  </xsd:sequence>
                </xsd:complexType>
              </xsd:element>
            </xsd:sequence>
          </xsd:extension>
        </xsd:complexContent>
      </xsd:complexType>
    </xsd:element>
    <xsd:element nillable="true" name="SharedWithDetails" ma:index="18" ma:internalName="SharedWithDetails" ma:readOnly="true" ma:displayName="Shared With Details">
      <xsd:simpleType>
        <xsd:restriction base="dms:Note">
          <xsd:maxLength value="255"/>
        </xsd:restriction>
      </xsd:simpleType>
    </xsd:element>
  </xsd:schema>
  <xsd:schema xmlns:xsd="http://www.w3.org/2001/XMLSchema" xmlns:pc="http://schemas.microsoft.com/office/infopath/2007/PartnerControls" xmlns:dms="http://schemas.microsoft.com/office/2006/documentManagement/types" xmlns:xs="http://www.w3.org/2001/XMLSchema" elementFormDefault="qualified" targetNamespace="32f397aa-99c0-43f4-9b94-7b5d785faf95">
    <xsd:import namespace="http://schemas.microsoft.com/office/2006/documentManagement/types"/>
    <xsd:import namespace="http://schemas.microsoft.com/office/infopath/2007/PartnerControls"/>
    <xsd:element nillable="true" ma:hidden="true" name="TaxCatchAll" ma:web="32f397aa-99c0-43f4-9b94-7b5d785faf95" ma:index="23" ma:internalName="TaxCatchAll" ma:list="{d117ceb8-fbd8-4cd5-a93e-9fc1393353fc}" ma:displayName="Taxonomy Catch All Column" ma:showField="CatchAllData">
      <xsd:complexType>
        <xsd:complexContent>
          <xsd:extension base="dms:MultiChoiceLookup">
            <xsd:sequence>
              <xsd:element nillable="true" name="Value" maxOccurs="unbounded" minOccurs="0" type="dms:Lookup"/>
            </xsd:sequence>
          </xsd:extension>
        </xsd:complexContent>
      </xsd:complexType>
    </xsd:element>
  </xsd:schema>
  <xsd:schema xmlns:odoc="http://schemas.microsoft.com/internal/obd" xmlns="http://schemas.openxmlformats.org/package/2006/metadata/core-properties" xmlns:dcterms="http://purl.org/dc/terms/" xmlns:xsd="http://www.w3.org/2001/XMLSchema" xmlns:dc="http://purl.org/dc/elements/1.1/" xmlns:xsi="http://www.w3.org/2001/XMLSchema-instance" blockDefault="#all" attributeFormDefault="unqualified" elementFormDefault="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inOccurs="0"/>
        <xsd:element ref="dcterms:created" maxOccurs="1" minOccurs="0"/>
        <xsd:element ref="dc:identifier" maxOccurs="1" minOccurs="0"/>
        <xsd:element name="contentType" ma:index="0" maxOccurs="1" minOccurs="0" type="xsd:string" ma:displayName="Content Type"/>
        <xsd:element ref="dc:title" ma:index="4" maxOccurs="1" minOccurs="0" ma:displayName="Title"/>
        <xsd:element ref="dc:subject" maxOccurs="1" minOccurs="0"/>
        <xsd:element ref="dc:description" maxOccurs="1" minOccurs="0"/>
        <xsd:element name="keywords" maxOccurs="1" minOccurs="0" type="xsd:string"/>
        <xsd:element ref="dc:language" maxOccurs="1" minOccurs="0"/>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ref="dcterms:modified" maxOccurs="1" minOccurs="0"/>
        <xsd:element name="contentStatus" maxOccurs="1" minOccurs="0" type="xsd:string"/>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c="http://schemas.microsoft.com/office/infopath/2007/PartnerControls" xmlns:xsi="http://www.w3.org/2001/XMLSchema-instance" xmlns:p="http://schemas.microsoft.com/office/2006/metadata/properties">
  <documentManagement>
    <lcf76f155ced4ddcb4097134ff3c332f xmlns="1d368349-1023-48e7-96c9-f9d028f6f0fb">
      <Terms xmlns="http://schemas.microsoft.com/office/infopath/2007/PartnerControls"/>
    </lcf76f155ced4ddcb4097134ff3c332f>
    <TaxCatchAll xmlns="32f397aa-99c0-43f4-9b94-7b5d785faf9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618EBA-795F-4487-B29C-4E0D2C8D67FE}">
  <ds:schemaRefs/>
</ds:datastoreItem>
</file>

<file path=customXml/itemProps2.xml><?xml version="1.0" encoding="utf-8"?>
<ds:datastoreItem xmlns:ds="http://schemas.openxmlformats.org/officeDocument/2006/customXml" ds:itemID="{6ECBB2BC-B86C-4646-888A-87EB55C19509}">
  <ds:schemaRefs/>
</ds:datastoreItem>
</file>

<file path=customXml/itemProps3.xml><?xml version="1.0" encoding="utf-8"?>
<ds:datastoreItem xmlns:ds="http://schemas.openxmlformats.org/officeDocument/2006/customXml" ds:itemID="{55700595-49AE-497B-9134-6C4B03871A7F}">
  <ds:schemaRefs/>
</ds:datastoreItem>
</file>

<file path=docProps/app.xml><?xml version="1.0" encoding="utf-8"?>
<Properties xmlns="http://schemas.openxmlformats.org/officeDocument/2006/extended-properties" xmlns:vt="http://schemas.openxmlformats.org/officeDocument/2006/docPropsVTypes">
  <Template>UCL Slides templates - Simple theme</Template>
  <TotalTime>0</TotalTime>
  <Words>3833</Words>
  <Application>WPS Presentation</Application>
  <PresentationFormat>宽屏</PresentationFormat>
  <Paragraphs>164</Paragraphs>
  <Slides>10</Slides>
  <Notes>9</Notes>
  <HiddenSlides>0</HiddenSlides>
  <MMClips>1</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vt:i4>
      </vt:variant>
    </vt:vector>
  </HeadingPairs>
  <TitlesOfParts>
    <vt:vector size="25" baseType="lpstr">
      <vt:lpstr>Arial</vt:lpstr>
      <vt:lpstr>SimSun</vt:lpstr>
      <vt:lpstr>Wingdings</vt:lpstr>
      <vt:lpstr>Aptos</vt:lpstr>
      <vt:lpstr>Helvetica Neue</vt:lpstr>
      <vt:lpstr>UCL Sans SemiBold</vt:lpstr>
      <vt:lpstr>UCL Sans</vt:lpstr>
      <vt:lpstr>UCL Sans</vt:lpstr>
      <vt:lpstr>UCL Sans SemiBold</vt:lpstr>
      <vt:lpstr>Microsoft YaHei</vt:lpstr>
      <vt:lpstr>汉仪旗黑</vt:lpstr>
      <vt:lpstr>Arial Unicode MS</vt:lpstr>
      <vt:lpstr>宋体-简</vt:lpstr>
      <vt:lpstr>UCL Slides templates - Simple theme</vt:lpstr>
      <vt:lpstr>UCL Slides templates - Complex design theme</vt:lpstr>
      <vt:lpstr>PowerPoint 演示文稿</vt:lpstr>
      <vt:lpstr>Area of research</vt:lpstr>
      <vt:lpstr>Problem</vt:lpstr>
      <vt:lpstr>Significance</vt:lpstr>
      <vt:lpstr>State of the art</vt:lpstr>
      <vt:lpstr>Hypothesis</vt:lpstr>
      <vt:lpstr>Execution plan</vt:lpstr>
      <vt:lpstr>PowerPoint 演示文稿</vt:lpstr>
      <vt:lpstr>Risk analysis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ucypevl-test</dc:creator>
  <cp:lastModifiedBy>Jiaqi Xie</cp:lastModifiedBy>
  <cp:revision>321</cp:revision>
  <dcterms:created xsi:type="dcterms:W3CDTF">2026-05-28T14:25:57Z</dcterms:created>
  <dcterms:modified xsi:type="dcterms:W3CDTF">2026-05-28T14:25:57Z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0x010100A12A0662030DBC4F99C1FA9D93D14A4C</vt:lpwstr>
  </property>
  <property fmtid="{D5CDD505-2E9C-101B-9397-08002B2CF9AE}" pid="3" name="MediaServiceImageTags">
    <vt:lpwstr/>
  </property>
  <property fmtid="{D5CDD505-2E9C-101B-9397-08002B2CF9AE}" pid="4" name="ICV">
    <vt:lpwstr>D68932A3971E5BB62107176A6AD29C46_42</vt:lpwstr>
  </property>
  <property fmtid="{D5CDD505-2E9C-101B-9397-08002B2CF9AE}" pid="5" name="KSOProductBuildVer">
    <vt:lpwstr>1033-12.1.25897.25897</vt:lpwstr>
  </property>
</Properties>
</file>